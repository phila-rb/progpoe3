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2" r:id="rId1"/>
  </p:sldMasterIdLst>
  <p:sldIdLst>
    <p:sldId id="256" r:id="rId2"/>
    <p:sldId id="257" r:id="rId3"/>
    <p:sldId id="264" r:id="rId4"/>
    <p:sldId id="258" r:id="rId5"/>
    <p:sldId id="265" r:id="rId6"/>
    <p:sldId id="261" r:id="rId7"/>
    <p:sldId id="266" r:id="rId8"/>
    <p:sldId id="263" r:id="rId9"/>
    <p:sldId id="267"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47" d="100"/>
          <a:sy n="47" d="100"/>
        </p:scale>
        <p:origin x="1046"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D8E5E-745C-407D-B425-C78EBF08DF96}"/>
              </a:ext>
            </a:extLst>
          </p:cNvPr>
          <p:cNvSpPr>
            <a:spLocks noGrp="1"/>
          </p:cNvSpPr>
          <p:nvPr>
            <p:ph type="ctrTitle"/>
          </p:nvPr>
        </p:nvSpPr>
        <p:spPr>
          <a:xfrm>
            <a:off x="571501" y="822960"/>
            <a:ext cx="6057899" cy="5015169"/>
          </a:xfrm>
        </p:spPr>
        <p:txBody>
          <a:bodyPr anchor="t">
            <a:normAutofit/>
          </a:bodyPr>
          <a:lstStyle>
            <a:lvl1pPr algn="l">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D07A4D5-56F4-4287-B174-56C55B18FD68}"/>
              </a:ext>
            </a:extLst>
          </p:cNvPr>
          <p:cNvSpPr>
            <a:spLocks noGrp="1"/>
          </p:cNvSpPr>
          <p:nvPr>
            <p:ph type="subTitle" idx="1"/>
          </p:nvPr>
        </p:nvSpPr>
        <p:spPr>
          <a:xfrm>
            <a:off x="8109113" y="3003642"/>
            <a:ext cx="3522199" cy="2900274"/>
          </a:xfrm>
        </p:spPr>
        <p:txBody>
          <a:bodyPr anchor="b">
            <a:normAutofit/>
          </a:bodyPr>
          <a:lstStyle>
            <a:lvl1pPr marL="0" indent="0" algn="l">
              <a:lnSpc>
                <a:spcPct val="130000"/>
              </a:lnSpc>
              <a:buNone/>
              <a:defRPr sz="1400"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DAEB9C19-FEE0-4852-B181-14A0DD77F40D}"/>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5" name="Footer Placeholder 4">
            <a:extLst>
              <a:ext uri="{FF2B5EF4-FFF2-40B4-BE49-F238E27FC236}">
                <a16:creationId xmlns:a16="http://schemas.microsoft.com/office/drawing/2014/main" id="{11127DDF-01B7-463C-82BC-BBF4296182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B2056A-C3EE-4809-B1F3-1CEEEA266F7B}"/>
              </a:ext>
            </a:extLst>
          </p:cNvPr>
          <p:cNvSpPr>
            <a:spLocks noGrp="1"/>
          </p:cNvSpPr>
          <p:nvPr>
            <p:ph type="sldNum" sz="quarter" idx="12"/>
          </p:nvPr>
        </p:nvSpPr>
        <p:spPr/>
        <p:txBody>
          <a:bodyPr/>
          <a:lstStyle/>
          <a:p>
            <a:fld id="{5EEB83C2-341F-4C28-A243-1C56DDDA54D3}" type="slidenum">
              <a:rPr lang="en-US" smtClean="0"/>
              <a:t>‹#›</a:t>
            </a:fld>
            <a:endParaRPr lang="en-US"/>
          </a:p>
        </p:txBody>
      </p:sp>
      <p:cxnSp>
        <p:nvCxnSpPr>
          <p:cNvPr id="9" name="Straight Connector 8">
            <a:extLst>
              <a:ext uri="{FF2B5EF4-FFF2-40B4-BE49-F238E27FC236}">
                <a16:creationId xmlns:a16="http://schemas.microsoft.com/office/drawing/2014/main" id="{A240FCEE-B6E2-46D0-9BB0-F45F79545E9D}"/>
              </a:ext>
            </a:extLst>
          </p:cNvPr>
          <p:cNvCxnSpPr>
            <a:cxnSpLocks/>
          </p:cNvCxnSpPr>
          <p:nvPr/>
        </p:nvCxnSpPr>
        <p:spPr>
          <a:xfrm flipH="1">
            <a:off x="571501" y="571500"/>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BD2FB83-3783-4477-80B5-DA5BF10BAF57}"/>
              </a:ext>
            </a:extLst>
          </p:cNvPr>
          <p:cNvCxnSpPr>
            <a:cxnSpLocks/>
          </p:cNvCxnSpPr>
          <p:nvPr/>
        </p:nvCxnSpPr>
        <p:spPr>
          <a:xfrm>
            <a:off x="7742482" y="571500"/>
            <a:ext cx="0" cy="5715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83EA203-71D5-49C0-9626-FFA8E46787B0}"/>
              </a:ext>
            </a:extLst>
          </p:cNvPr>
          <p:cNvCxnSpPr>
            <a:cxnSpLocks/>
          </p:cNvCxnSpPr>
          <p:nvPr/>
        </p:nvCxnSpPr>
        <p:spPr>
          <a:xfrm flipH="1">
            <a:off x="577485" y="6283518"/>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6473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B2ED8-7F53-4C03-A740-493E50798497}"/>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5611087-99A9-4100-B5F7-520880DE322E}"/>
              </a:ext>
            </a:extLst>
          </p:cNvPr>
          <p:cNvSpPr>
            <a:spLocks noGrp="1"/>
          </p:cNvSpPr>
          <p:nvPr>
            <p:ph idx="1"/>
          </p:nvPr>
        </p:nvSpPr>
        <p:spPr>
          <a:xfrm>
            <a:off x="571499" y="2075688"/>
            <a:ext cx="11059811" cy="39109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67B4B20-1A65-4A26-B11E-6095083A1645}"/>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5" name="Footer Placeholder 4">
            <a:extLst>
              <a:ext uri="{FF2B5EF4-FFF2-40B4-BE49-F238E27FC236}">
                <a16:creationId xmlns:a16="http://schemas.microsoft.com/office/drawing/2014/main" id="{FB0D52D3-E985-4FEB-89B9-57C754711C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EA751A-C72D-47C1-A7A6-E8510A40CE9A}"/>
              </a:ext>
            </a:extLst>
          </p:cNvPr>
          <p:cNvSpPr>
            <a:spLocks noGrp="1"/>
          </p:cNvSpPr>
          <p:nvPr>
            <p:ph type="sldNum" sz="quarter" idx="12"/>
          </p:nvPr>
        </p:nvSpPr>
        <p:spPr/>
        <p:txBody>
          <a:bodyPr/>
          <a:lstStyle/>
          <a:p>
            <a:fld id="{5EEB83C2-341F-4C28-A243-1C56DDDA54D3}" type="slidenum">
              <a:rPr lang="en-US" smtClean="0"/>
              <a:t>‹#›</a:t>
            </a:fld>
            <a:endParaRPr lang="en-US"/>
          </a:p>
        </p:txBody>
      </p:sp>
    </p:spTree>
    <p:extLst>
      <p:ext uri="{BB962C8B-B14F-4D97-AF65-F5344CB8AC3E}">
        <p14:creationId xmlns:p14="http://schemas.microsoft.com/office/powerpoint/2010/main" val="31959869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81F78-07BF-45A9-92D4-E4E0A1E88D7A}"/>
              </a:ext>
            </a:extLst>
          </p:cNvPr>
          <p:cNvSpPr>
            <a:spLocks noGrp="1"/>
          </p:cNvSpPr>
          <p:nvPr>
            <p:ph type="title"/>
          </p:nvPr>
        </p:nvSpPr>
        <p:spPr>
          <a:xfrm>
            <a:off x="571500" y="914255"/>
            <a:ext cx="6867115" cy="5009471"/>
          </a:xfrm>
        </p:spPr>
        <p:txBody>
          <a:bodyPr anchor="b">
            <a:normAutofit/>
          </a:bodyPr>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ECC2A83-A380-4828-BC68-C065C8BC5AD5}"/>
              </a:ext>
            </a:extLst>
          </p:cNvPr>
          <p:cNvSpPr>
            <a:spLocks noGrp="1"/>
          </p:cNvSpPr>
          <p:nvPr>
            <p:ph type="body" idx="1"/>
          </p:nvPr>
        </p:nvSpPr>
        <p:spPr>
          <a:xfrm>
            <a:off x="9239817" y="914399"/>
            <a:ext cx="2370268" cy="2670273"/>
          </a:xfrm>
        </p:spPr>
        <p:txBody>
          <a:bodyPr anchor="t">
            <a:normAutofit/>
          </a:bodyPr>
          <a:lstStyle>
            <a:lvl1pPr marL="0" indent="0">
              <a:lnSpc>
                <a:spcPct val="130000"/>
              </a:lnSpc>
              <a:buNone/>
              <a:defRPr sz="1400" cap="all" spc="30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FF92B2F-8804-4195-A779-F5C67C25CBBE}"/>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5" name="Footer Placeholder 4">
            <a:extLst>
              <a:ext uri="{FF2B5EF4-FFF2-40B4-BE49-F238E27FC236}">
                <a16:creationId xmlns:a16="http://schemas.microsoft.com/office/drawing/2014/main" id="{25099C26-4411-4833-A917-A45E62D56A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68C7C7-F862-434D-A87A-DECE9FD2E1E9}"/>
              </a:ext>
            </a:extLst>
          </p:cNvPr>
          <p:cNvSpPr>
            <a:spLocks noGrp="1"/>
          </p:cNvSpPr>
          <p:nvPr>
            <p:ph type="sldNum" sz="quarter" idx="12"/>
          </p:nvPr>
        </p:nvSpPr>
        <p:spPr/>
        <p:txBody>
          <a:bodyPr/>
          <a:lstStyle/>
          <a:p>
            <a:fld id="{5EEB83C2-341F-4C28-A243-1C56DDDA54D3}" type="slidenum">
              <a:rPr lang="en-US" smtClean="0"/>
              <a:t>‹#›</a:t>
            </a:fld>
            <a:endParaRPr lang="en-US"/>
          </a:p>
        </p:txBody>
      </p:sp>
      <p:cxnSp>
        <p:nvCxnSpPr>
          <p:cNvPr id="7" name="Straight Connector 6">
            <a:extLst>
              <a:ext uri="{FF2B5EF4-FFF2-40B4-BE49-F238E27FC236}">
                <a16:creationId xmlns:a16="http://schemas.microsoft.com/office/drawing/2014/main" id="{A40BAA4B-C4C0-40C1-8DC8-B4E2F8A68E12}"/>
              </a:ext>
            </a:extLst>
          </p:cNvPr>
          <p:cNvCxnSpPr>
            <a:cxnSpLocks/>
          </p:cNvCxnSpPr>
          <p:nvPr/>
        </p:nvCxnSpPr>
        <p:spPr>
          <a:xfrm>
            <a:off x="8872625" y="571500"/>
            <a:ext cx="0" cy="5715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0A2259-2540-4B32-A999-2B46A6790E3D}"/>
              </a:ext>
            </a:extLst>
          </p:cNvPr>
          <p:cNvCxnSpPr>
            <a:cxnSpLocks/>
          </p:cNvCxnSpPr>
          <p:nvPr/>
        </p:nvCxnSpPr>
        <p:spPr>
          <a:xfrm flipH="1">
            <a:off x="566094" y="571500"/>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CEFB0ED-3F76-4403-AD0B-E738DD9D8CB6}"/>
              </a:ext>
            </a:extLst>
          </p:cNvPr>
          <p:cNvCxnSpPr>
            <a:cxnSpLocks/>
          </p:cNvCxnSpPr>
          <p:nvPr/>
        </p:nvCxnSpPr>
        <p:spPr>
          <a:xfrm flipH="1">
            <a:off x="577485" y="6283518"/>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4191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6BD5F-CF53-4DD5-B8C5-27BBA2BB8860}"/>
              </a:ext>
            </a:extLst>
          </p:cNvPr>
          <p:cNvSpPr>
            <a:spLocks noGrp="1"/>
          </p:cNvSpPr>
          <p:nvPr>
            <p:ph type="title"/>
          </p:nvPr>
        </p:nvSpPr>
        <p:spPr>
          <a:xfrm>
            <a:off x="571500" y="709684"/>
            <a:ext cx="11049000" cy="1057160"/>
          </a:xfrm>
        </p:spPr>
        <p:txBody>
          <a:bodyPr anchor="ct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3576C2E1-5D5E-409F-BEE8-F48CE86F55C9}"/>
              </a:ext>
            </a:extLst>
          </p:cNvPr>
          <p:cNvSpPr>
            <a:spLocks noGrp="1"/>
          </p:cNvSpPr>
          <p:nvPr>
            <p:ph sz="half" idx="1"/>
          </p:nvPr>
        </p:nvSpPr>
        <p:spPr>
          <a:xfrm>
            <a:off x="579447" y="2074990"/>
            <a:ext cx="5181600" cy="4101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AFBBF823-1BFB-4CF0-BAF4-D660C8F1AFC0}"/>
              </a:ext>
            </a:extLst>
          </p:cNvPr>
          <p:cNvSpPr>
            <a:spLocks noGrp="1"/>
          </p:cNvSpPr>
          <p:nvPr>
            <p:ph sz="half" idx="2"/>
          </p:nvPr>
        </p:nvSpPr>
        <p:spPr>
          <a:xfrm>
            <a:off x="6447082" y="2074990"/>
            <a:ext cx="5181600" cy="4101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46FF816E-EE02-44A4-8B81-B324ECFD74DF}"/>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6" name="Footer Placeholder 5">
            <a:extLst>
              <a:ext uri="{FF2B5EF4-FFF2-40B4-BE49-F238E27FC236}">
                <a16:creationId xmlns:a16="http://schemas.microsoft.com/office/drawing/2014/main" id="{F134D9E4-A693-44D2-A3E8-E3AABC9052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4F669F-4B8E-415D-A9BF-AD451F452C6B}"/>
              </a:ext>
            </a:extLst>
          </p:cNvPr>
          <p:cNvSpPr>
            <a:spLocks noGrp="1"/>
          </p:cNvSpPr>
          <p:nvPr>
            <p:ph type="sldNum" sz="quarter" idx="12"/>
          </p:nvPr>
        </p:nvSpPr>
        <p:spPr/>
        <p:txBody>
          <a:bodyPr/>
          <a:lstStyle/>
          <a:p>
            <a:fld id="{5EEB83C2-341F-4C28-A243-1C56DDDA54D3}" type="slidenum">
              <a:rPr lang="en-US" smtClean="0"/>
              <a:t>‹#›</a:t>
            </a:fld>
            <a:endParaRPr lang="en-US"/>
          </a:p>
        </p:txBody>
      </p:sp>
      <p:cxnSp>
        <p:nvCxnSpPr>
          <p:cNvPr id="11" name="Straight Connector 10">
            <a:extLst>
              <a:ext uri="{FF2B5EF4-FFF2-40B4-BE49-F238E27FC236}">
                <a16:creationId xmlns:a16="http://schemas.microsoft.com/office/drawing/2014/main" id="{720AF959-FCDC-4B92-9324-06A06C0D56F2}"/>
              </a:ext>
            </a:extLst>
          </p:cNvPr>
          <p:cNvCxnSpPr>
            <a:cxnSpLocks/>
          </p:cNvCxnSpPr>
          <p:nvPr/>
        </p:nvCxnSpPr>
        <p:spPr>
          <a:xfrm flipV="1">
            <a:off x="6101405" y="1883336"/>
            <a:ext cx="0" cy="439965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52067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F85E5-82C4-4BAE-B2B0-A078ABD6C69C}"/>
              </a:ext>
            </a:extLst>
          </p:cNvPr>
          <p:cNvSpPr>
            <a:spLocks noGrp="1"/>
          </p:cNvSpPr>
          <p:nvPr>
            <p:ph type="title"/>
          </p:nvPr>
        </p:nvSpPr>
        <p:spPr>
          <a:xfrm>
            <a:off x="583469" y="699118"/>
            <a:ext cx="11025062" cy="1063601"/>
          </a:xfrm>
        </p:spPr>
        <p:txBody>
          <a:bodyPr anchor="ct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12D15C7-F445-40F7-88F6-FD6526269CD7}"/>
              </a:ext>
            </a:extLst>
          </p:cNvPr>
          <p:cNvSpPr>
            <a:spLocks noGrp="1"/>
          </p:cNvSpPr>
          <p:nvPr>
            <p:ph type="body" idx="1"/>
          </p:nvPr>
        </p:nvSpPr>
        <p:spPr>
          <a:xfrm>
            <a:off x="583468" y="2022883"/>
            <a:ext cx="5230469" cy="564079"/>
          </a:xfrm>
        </p:spPr>
        <p:txBody>
          <a:bodyPr anchor="ctr">
            <a:normAutofit/>
          </a:bodyPr>
          <a:lstStyle>
            <a:lvl1pPr marL="0" indent="0">
              <a:buNone/>
              <a:defRPr sz="16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B652C35-AA8E-4154-8A78-7DE9590E1F38}"/>
              </a:ext>
            </a:extLst>
          </p:cNvPr>
          <p:cNvSpPr>
            <a:spLocks noGrp="1"/>
          </p:cNvSpPr>
          <p:nvPr>
            <p:ph sz="half" idx="2"/>
          </p:nvPr>
        </p:nvSpPr>
        <p:spPr>
          <a:xfrm>
            <a:off x="583469" y="2866031"/>
            <a:ext cx="5157787" cy="32276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F557EAC6-567C-4A4A-BB10-57EC14B97DDF}"/>
              </a:ext>
            </a:extLst>
          </p:cNvPr>
          <p:cNvSpPr>
            <a:spLocks noGrp="1"/>
          </p:cNvSpPr>
          <p:nvPr>
            <p:ph type="body" sz="quarter" idx="3"/>
          </p:nvPr>
        </p:nvSpPr>
        <p:spPr>
          <a:xfrm>
            <a:off x="6441470" y="2022883"/>
            <a:ext cx="5183188" cy="564080"/>
          </a:xfrm>
        </p:spPr>
        <p:txBody>
          <a:bodyPr anchor="ctr">
            <a:normAutofit/>
          </a:bodyPr>
          <a:lstStyle>
            <a:lvl1pPr marL="0" indent="0">
              <a:buNone/>
              <a:defRPr sz="16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9A083F-AD60-4437-B32A-44035D78AF63}"/>
              </a:ext>
            </a:extLst>
          </p:cNvPr>
          <p:cNvSpPr>
            <a:spLocks noGrp="1"/>
          </p:cNvSpPr>
          <p:nvPr>
            <p:ph sz="quarter" idx="4"/>
          </p:nvPr>
        </p:nvSpPr>
        <p:spPr>
          <a:xfrm>
            <a:off x="6441470" y="2866031"/>
            <a:ext cx="5183188" cy="32276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DBF86F-3266-4551-B680-06F401FFE665}"/>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8" name="Footer Placeholder 7">
            <a:extLst>
              <a:ext uri="{FF2B5EF4-FFF2-40B4-BE49-F238E27FC236}">
                <a16:creationId xmlns:a16="http://schemas.microsoft.com/office/drawing/2014/main" id="{755B38FE-80F9-4582-B2E1-B067C288DE8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47BEF32-F637-47A1-9ED3-AFC4F79F3739}"/>
              </a:ext>
            </a:extLst>
          </p:cNvPr>
          <p:cNvSpPr>
            <a:spLocks noGrp="1"/>
          </p:cNvSpPr>
          <p:nvPr>
            <p:ph type="sldNum" sz="quarter" idx="12"/>
          </p:nvPr>
        </p:nvSpPr>
        <p:spPr/>
        <p:txBody>
          <a:bodyPr/>
          <a:lstStyle/>
          <a:p>
            <a:fld id="{5EEB83C2-341F-4C28-A243-1C56DDDA54D3}" type="slidenum">
              <a:rPr lang="en-US" smtClean="0"/>
              <a:t>‹#›</a:t>
            </a:fld>
            <a:endParaRPr lang="en-US"/>
          </a:p>
        </p:txBody>
      </p:sp>
      <p:cxnSp>
        <p:nvCxnSpPr>
          <p:cNvPr id="11" name="Straight Connector 10">
            <a:extLst>
              <a:ext uri="{FF2B5EF4-FFF2-40B4-BE49-F238E27FC236}">
                <a16:creationId xmlns:a16="http://schemas.microsoft.com/office/drawing/2014/main" id="{E0C508D4-7C99-4B8D-BCDE-F0001BD345D9}"/>
              </a:ext>
            </a:extLst>
          </p:cNvPr>
          <p:cNvCxnSpPr>
            <a:cxnSpLocks/>
          </p:cNvCxnSpPr>
          <p:nvPr/>
        </p:nvCxnSpPr>
        <p:spPr>
          <a:xfrm flipV="1">
            <a:off x="6101405" y="1883336"/>
            <a:ext cx="0" cy="43996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49BF61B-7951-48F4-982B-9401A483FFBF}"/>
              </a:ext>
            </a:extLst>
          </p:cNvPr>
          <p:cNvCxnSpPr>
            <a:cxnSpLocks/>
          </p:cNvCxnSpPr>
          <p:nvPr/>
        </p:nvCxnSpPr>
        <p:spPr>
          <a:xfrm flipH="1">
            <a:off x="577485" y="2738598"/>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67687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A94CB-6BE5-4B9E-B0A6-54F83B201A64}"/>
              </a:ext>
            </a:extLst>
          </p:cNvPr>
          <p:cNvSpPr>
            <a:spLocks noGrp="1"/>
          </p:cNvSpPr>
          <p:nvPr>
            <p:ph type="title"/>
          </p:nvPr>
        </p:nvSpPr>
        <p:spPr>
          <a:xfrm>
            <a:off x="571500" y="717452"/>
            <a:ext cx="11049000" cy="1161836"/>
          </a:xfrm>
        </p:spPr>
        <p:txBody>
          <a:bodyPr anchor="t"/>
          <a:lstStyle/>
          <a:p>
            <a:r>
              <a:rPr lang="en-US"/>
              <a:t>Click to edit Master title style</a:t>
            </a:r>
            <a:endParaRPr lang="en-US" dirty="0"/>
          </a:p>
        </p:txBody>
      </p:sp>
      <p:sp>
        <p:nvSpPr>
          <p:cNvPr id="3" name="Date Placeholder 2">
            <a:extLst>
              <a:ext uri="{FF2B5EF4-FFF2-40B4-BE49-F238E27FC236}">
                <a16:creationId xmlns:a16="http://schemas.microsoft.com/office/drawing/2014/main" id="{75E8643C-1A5D-4F23-B0D7-5B46F5E456B4}"/>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4" name="Footer Placeholder 3">
            <a:extLst>
              <a:ext uri="{FF2B5EF4-FFF2-40B4-BE49-F238E27FC236}">
                <a16:creationId xmlns:a16="http://schemas.microsoft.com/office/drawing/2014/main" id="{0C1A3394-78CC-43B0-9762-5E826F8BBFD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347F0A-1980-4E13-AB22-AE3B8AA44058}"/>
              </a:ext>
            </a:extLst>
          </p:cNvPr>
          <p:cNvSpPr>
            <a:spLocks noGrp="1"/>
          </p:cNvSpPr>
          <p:nvPr>
            <p:ph type="sldNum" sz="quarter" idx="12"/>
          </p:nvPr>
        </p:nvSpPr>
        <p:spPr/>
        <p:txBody>
          <a:bodyPr/>
          <a:lstStyle/>
          <a:p>
            <a:fld id="{5EEB83C2-341F-4C28-A243-1C56DDDA54D3}" type="slidenum">
              <a:rPr lang="en-US" smtClean="0"/>
              <a:t>‹#›</a:t>
            </a:fld>
            <a:endParaRPr lang="en-US"/>
          </a:p>
        </p:txBody>
      </p:sp>
      <p:cxnSp>
        <p:nvCxnSpPr>
          <p:cNvPr id="7" name="Straight Connector 6">
            <a:extLst>
              <a:ext uri="{FF2B5EF4-FFF2-40B4-BE49-F238E27FC236}">
                <a16:creationId xmlns:a16="http://schemas.microsoft.com/office/drawing/2014/main" id="{4E9D858B-8A9C-4235-B151-81C99A3D20D2}"/>
              </a:ext>
            </a:extLst>
          </p:cNvPr>
          <p:cNvCxnSpPr>
            <a:cxnSpLocks/>
          </p:cNvCxnSpPr>
          <p:nvPr/>
        </p:nvCxnSpPr>
        <p:spPr>
          <a:xfrm flipH="1">
            <a:off x="577485" y="571500"/>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6C7798B-3ECB-4076-8955-A82116BB0D25}"/>
              </a:ext>
            </a:extLst>
          </p:cNvPr>
          <p:cNvCxnSpPr>
            <a:cxnSpLocks/>
          </p:cNvCxnSpPr>
          <p:nvPr/>
        </p:nvCxnSpPr>
        <p:spPr>
          <a:xfrm flipH="1">
            <a:off x="577485" y="6283518"/>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9143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C61D85-3E72-406F-AB26-B4ED94918442}"/>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3" name="Footer Placeholder 2">
            <a:extLst>
              <a:ext uri="{FF2B5EF4-FFF2-40B4-BE49-F238E27FC236}">
                <a16:creationId xmlns:a16="http://schemas.microsoft.com/office/drawing/2014/main" id="{499C831E-4321-467E-9090-C89C48CF2F5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68A9556-B3D8-4403-835F-11AE2D4098E9}"/>
              </a:ext>
            </a:extLst>
          </p:cNvPr>
          <p:cNvSpPr>
            <a:spLocks noGrp="1"/>
          </p:cNvSpPr>
          <p:nvPr>
            <p:ph type="sldNum" sz="quarter" idx="12"/>
          </p:nvPr>
        </p:nvSpPr>
        <p:spPr/>
        <p:txBody>
          <a:bodyPr/>
          <a:lstStyle/>
          <a:p>
            <a:fld id="{5EEB83C2-341F-4C28-A243-1C56DDDA54D3}" type="slidenum">
              <a:rPr lang="en-US" smtClean="0"/>
              <a:t>‹#›</a:t>
            </a:fld>
            <a:endParaRPr lang="en-US"/>
          </a:p>
        </p:txBody>
      </p:sp>
    </p:spTree>
    <p:extLst>
      <p:ext uri="{BB962C8B-B14F-4D97-AF65-F5344CB8AC3E}">
        <p14:creationId xmlns:p14="http://schemas.microsoft.com/office/powerpoint/2010/main" val="11472273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0AA48-D521-423D-B185-6490EF57B935}"/>
              </a:ext>
            </a:extLst>
          </p:cNvPr>
          <p:cNvSpPr>
            <a:spLocks noGrp="1"/>
          </p:cNvSpPr>
          <p:nvPr>
            <p:ph type="title"/>
          </p:nvPr>
        </p:nvSpPr>
        <p:spPr>
          <a:xfrm>
            <a:off x="572201" y="810344"/>
            <a:ext cx="3478084" cy="1408062"/>
          </a:xfrm>
        </p:spPr>
        <p:txBody>
          <a:bodyPr anchor="t"/>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B64E6DD-DDD2-4ED6-B8A9-A8B6D7656549}"/>
              </a:ext>
            </a:extLst>
          </p:cNvPr>
          <p:cNvSpPr>
            <a:spLocks noGrp="1"/>
          </p:cNvSpPr>
          <p:nvPr>
            <p:ph idx="1"/>
          </p:nvPr>
        </p:nvSpPr>
        <p:spPr>
          <a:xfrm>
            <a:off x="4919809" y="931232"/>
            <a:ext cx="6700679" cy="507936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A3F08F5E-AD33-4ACF-84C9-78B0FF6BE3AC}"/>
              </a:ext>
            </a:extLst>
          </p:cNvPr>
          <p:cNvSpPr>
            <a:spLocks noGrp="1"/>
          </p:cNvSpPr>
          <p:nvPr>
            <p:ph type="body" sz="half" idx="2"/>
          </p:nvPr>
        </p:nvSpPr>
        <p:spPr>
          <a:xfrm>
            <a:off x="571500" y="2578608"/>
            <a:ext cx="3478783" cy="341724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8D7604E-7DD4-4497-B325-74F899E8ACC6}"/>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6" name="Footer Placeholder 5">
            <a:extLst>
              <a:ext uri="{FF2B5EF4-FFF2-40B4-BE49-F238E27FC236}">
                <a16:creationId xmlns:a16="http://schemas.microsoft.com/office/drawing/2014/main" id="{3F02BEED-A8F6-4256-9539-4434694AA1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EA1AA6-EE0B-48FD-A7DE-6CEE6A8C7DEB}"/>
              </a:ext>
            </a:extLst>
          </p:cNvPr>
          <p:cNvSpPr>
            <a:spLocks noGrp="1"/>
          </p:cNvSpPr>
          <p:nvPr>
            <p:ph type="sldNum" sz="quarter" idx="12"/>
          </p:nvPr>
        </p:nvSpPr>
        <p:spPr/>
        <p:txBody>
          <a:bodyPr/>
          <a:lstStyle/>
          <a:p>
            <a:fld id="{5EEB83C2-341F-4C28-A243-1C56DDDA54D3}" type="slidenum">
              <a:rPr lang="en-US" smtClean="0"/>
              <a:t>‹#›</a:t>
            </a:fld>
            <a:endParaRPr lang="en-US"/>
          </a:p>
        </p:txBody>
      </p:sp>
      <p:cxnSp>
        <p:nvCxnSpPr>
          <p:cNvPr id="8" name="Straight Connector 7">
            <a:extLst>
              <a:ext uri="{FF2B5EF4-FFF2-40B4-BE49-F238E27FC236}">
                <a16:creationId xmlns:a16="http://schemas.microsoft.com/office/drawing/2014/main" id="{B3F35B32-9A23-4805-94A6-96826D202139}"/>
              </a:ext>
            </a:extLst>
          </p:cNvPr>
          <p:cNvCxnSpPr>
            <a:cxnSpLocks/>
          </p:cNvCxnSpPr>
          <p:nvPr/>
        </p:nvCxnSpPr>
        <p:spPr>
          <a:xfrm flipH="1">
            <a:off x="571500" y="571500"/>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62BA7DA-3944-40D4-91CD-40CA24DBB79B}"/>
              </a:ext>
            </a:extLst>
          </p:cNvPr>
          <p:cNvCxnSpPr>
            <a:cxnSpLocks/>
          </p:cNvCxnSpPr>
          <p:nvPr/>
        </p:nvCxnSpPr>
        <p:spPr>
          <a:xfrm flipV="1">
            <a:off x="4419601" y="571500"/>
            <a:ext cx="0" cy="5715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BEA0B78-39E7-4039-B8BE-4F425688C6DF}"/>
              </a:ext>
            </a:extLst>
          </p:cNvPr>
          <p:cNvCxnSpPr>
            <a:cxnSpLocks/>
          </p:cNvCxnSpPr>
          <p:nvPr/>
        </p:nvCxnSpPr>
        <p:spPr>
          <a:xfrm flipH="1">
            <a:off x="571501" y="2406845"/>
            <a:ext cx="38481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D68B99C-0744-42EE-9713-AB0CEC3F5D85}"/>
              </a:ext>
            </a:extLst>
          </p:cNvPr>
          <p:cNvCxnSpPr>
            <a:cxnSpLocks/>
          </p:cNvCxnSpPr>
          <p:nvPr/>
        </p:nvCxnSpPr>
        <p:spPr>
          <a:xfrm flipH="1">
            <a:off x="577485" y="6283518"/>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0981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12732-5D39-4B30-A499-D51BABC882EF}"/>
              </a:ext>
            </a:extLst>
          </p:cNvPr>
          <p:cNvSpPr>
            <a:spLocks noGrp="1"/>
          </p:cNvSpPr>
          <p:nvPr>
            <p:ph type="title"/>
          </p:nvPr>
        </p:nvSpPr>
        <p:spPr>
          <a:xfrm>
            <a:off x="571499" y="802204"/>
            <a:ext cx="3478787" cy="1408062"/>
          </a:xfrm>
        </p:spPr>
        <p:txBody>
          <a:bodyPr anchor="t"/>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23AF5AEC-77BC-4A52-8A56-C6479CA6A29D}"/>
              </a:ext>
            </a:extLst>
          </p:cNvPr>
          <p:cNvSpPr>
            <a:spLocks noGrp="1"/>
          </p:cNvSpPr>
          <p:nvPr>
            <p:ph type="pic" idx="1"/>
          </p:nvPr>
        </p:nvSpPr>
        <p:spPr>
          <a:xfrm>
            <a:off x="4723467" y="847384"/>
            <a:ext cx="6907844" cy="521681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60A9240-8762-4C7D-AF22-A844CB2EC871}"/>
              </a:ext>
            </a:extLst>
          </p:cNvPr>
          <p:cNvSpPr>
            <a:spLocks noGrp="1"/>
          </p:cNvSpPr>
          <p:nvPr>
            <p:ph type="body" sz="half" idx="2"/>
          </p:nvPr>
        </p:nvSpPr>
        <p:spPr>
          <a:xfrm>
            <a:off x="571498" y="2574906"/>
            <a:ext cx="3478787" cy="343571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995685-E45D-4E74-8B78-D3B8E85C434D}"/>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6" name="Footer Placeholder 5">
            <a:extLst>
              <a:ext uri="{FF2B5EF4-FFF2-40B4-BE49-F238E27FC236}">
                <a16:creationId xmlns:a16="http://schemas.microsoft.com/office/drawing/2014/main" id="{321FCBA3-0FF5-47C2-901A-645F6185D2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030381-5320-46AD-A0B9-7C04B3E5A202}"/>
              </a:ext>
            </a:extLst>
          </p:cNvPr>
          <p:cNvSpPr>
            <a:spLocks noGrp="1"/>
          </p:cNvSpPr>
          <p:nvPr>
            <p:ph type="sldNum" sz="quarter" idx="12"/>
          </p:nvPr>
        </p:nvSpPr>
        <p:spPr/>
        <p:txBody>
          <a:bodyPr/>
          <a:lstStyle/>
          <a:p>
            <a:fld id="{5EEB83C2-341F-4C28-A243-1C56DDDA54D3}" type="slidenum">
              <a:rPr lang="en-US" smtClean="0"/>
              <a:t>‹#›</a:t>
            </a:fld>
            <a:endParaRPr lang="en-US"/>
          </a:p>
        </p:txBody>
      </p:sp>
      <p:cxnSp>
        <p:nvCxnSpPr>
          <p:cNvPr id="8" name="Straight Connector 7">
            <a:extLst>
              <a:ext uri="{FF2B5EF4-FFF2-40B4-BE49-F238E27FC236}">
                <a16:creationId xmlns:a16="http://schemas.microsoft.com/office/drawing/2014/main" id="{5357A432-D933-402A-8657-216EE20450EE}"/>
              </a:ext>
            </a:extLst>
          </p:cNvPr>
          <p:cNvCxnSpPr>
            <a:cxnSpLocks/>
          </p:cNvCxnSpPr>
          <p:nvPr/>
        </p:nvCxnSpPr>
        <p:spPr>
          <a:xfrm flipH="1">
            <a:off x="571500" y="571500"/>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1B1E0F3-D71B-436F-A10B-B6EA7125F684}"/>
              </a:ext>
            </a:extLst>
          </p:cNvPr>
          <p:cNvCxnSpPr>
            <a:cxnSpLocks/>
          </p:cNvCxnSpPr>
          <p:nvPr/>
        </p:nvCxnSpPr>
        <p:spPr>
          <a:xfrm flipV="1">
            <a:off x="4419601" y="571500"/>
            <a:ext cx="0" cy="5715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DEE64F5-2B48-4A2E-BA5E-1D37F1A7C9A3}"/>
              </a:ext>
            </a:extLst>
          </p:cNvPr>
          <p:cNvCxnSpPr>
            <a:cxnSpLocks/>
          </p:cNvCxnSpPr>
          <p:nvPr/>
        </p:nvCxnSpPr>
        <p:spPr>
          <a:xfrm flipH="1">
            <a:off x="571501" y="2406845"/>
            <a:ext cx="38481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99BF9AA-A2C8-4233-B597-EB11C6D6A0E0}"/>
              </a:ext>
            </a:extLst>
          </p:cNvPr>
          <p:cNvCxnSpPr>
            <a:cxnSpLocks/>
          </p:cNvCxnSpPr>
          <p:nvPr/>
        </p:nvCxnSpPr>
        <p:spPr>
          <a:xfrm flipH="1">
            <a:off x="577485" y="6283518"/>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12170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99A0A-70FC-426A-8B3B-60FAF9806EB0}"/>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8EF47EC6-9753-4ABC-BB66-64CCC8BA0808}"/>
              </a:ext>
            </a:extLst>
          </p:cNvPr>
          <p:cNvSpPr>
            <a:spLocks noGrp="1"/>
          </p:cNvSpPr>
          <p:nvPr>
            <p:ph type="body" orient="vert" idx="1"/>
          </p:nvPr>
        </p:nvSpPr>
        <p:spPr>
          <a:xfrm>
            <a:off x="571499" y="2036363"/>
            <a:ext cx="11059811" cy="387077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8884D9F-DC99-4B4C-98CF-178BBBB76646}"/>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5" name="Footer Placeholder 4">
            <a:extLst>
              <a:ext uri="{FF2B5EF4-FFF2-40B4-BE49-F238E27FC236}">
                <a16:creationId xmlns:a16="http://schemas.microsoft.com/office/drawing/2014/main" id="{1A7A6840-AC0B-4260-8368-08E0A22D22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6A5DAB8-EC07-4CCF-96EA-5D8ACDAE6E48}"/>
              </a:ext>
            </a:extLst>
          </p:cNvPr>
          <p:cNvSpPr>
            <a:spLocks noGrp="1"/>
          </p:cNvSpPr>
          <p:nvPr>
            <p:ph type="sldNum" sz="quarter" idx="12"/>
          </p:nvPr>
        </p:nvSpPr>
        <p:spPr/>
        <p:txBody>
          <a:bodyPr/>
          <a:lstStyle/>
          <a:p>
            <a:fld id="{5EEB83C2-341F-4C28-A243-1C56DDDA54D3}" type="slidenum">
              <a:rPr lang="en-US" smtClean="0"/>
              <a:t>‹#›</a:t>
            </a:fld>
            <a:endParaRPr lang="en-US"/>
          </a:p>
        </p:txBody>
      </p:sp>
      <p:cxnSp>
        <p:nvCxnSpPr>
          <p:cNvPr id="7" name="Straight Connector 6">
            <a:extLst>
              <a:ext uri="{FF2B5EF4-FFF2-40B4-BE49-F238E27FC236}">
                <a16:creationId xmlns:a16="http://schemas.microsoft.com/office/drawing/2014/main" id="{0438F1AC-9961-4786-A189-20863DD97F68}"/>
              </a:ext>
            </a:extLst>
          </p:cNvPr>
          <p:cNvCxnSpPr>
            <a:cxnSpLocks/>
          </p:cNvCxnSpPr>
          <p:nvPr/>
        </p:nvCxnSpPr>
        <p:spPr>
          <a:xfrm flipH="1">
            <a:off x="571500" y="1780979"/>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722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75F678-EC03-4845-A51B-C90FA6A15491}"/>
              </a:ext>
            </a:extLst>
          </p:cNvPr>
          <p:cNvSpPr>
            <a:spLocks noGrp="1"/>
          </p:cNvSpPr>
          <p:nvPr>
            <p:ph type="title" orient="vert"/>
          </p:nvPr>
        </p:nvSpPr>
        <p:spPr>
          <a:xfrm>
            <a:off x="9177953" y="797251"/>
            <a:ext cx="2483929" cy="5283785"/>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B74A8B4D-A39F-4528-975A-9C84BEE778DF}"/>
              </a:ext>
            </a:extLst>
          </p:cNvPr>
          <p:cNvSpPr>
            <a:spLocks noGrp="1"/>
          </p:cNvSpPr>
          <p:nvPr>
            <p:ph type="body" orient="vert" idx="1"/>
          </p:nvPr>
        </p:nvSpPr>
        <p:spPr>
          <a:xfrm>
            <a:off x="566094" y="797251"/>
            <a:ext cx="8101072" cy="528378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15E4A23-6984-4AD1-A51D-600EDC263543}"/>
              </a:ext>
            </a:extLst>
          </p:cNvPr>
          <p:cNvSpPr>
            <a:spLocks noGrp="1"/>
          </p:cNvSpPr>
          <p:nvPr>
            <p:ph type="dt" sz="half" idx="10"/>
          </p:nvPr>
        </p:nvSpPr>
        <p:spPr/>
        <p:txBody>
          <a:bodyPr/>
          <a:lstStyle/>
          <a:p>
            <a:fld id="{1C8322F6-1C60-46CF-968C-BC20E470F443}" type="datetimeFigureOut">
              <a:rPr lang="en-US" smtClean="0"/>
              <a:t>5/29/2026</a:t>
            </a:fld>
            <a:endParaRPr lang="en-US"/>
          </a:p>
        </p:txBody>
      </p:sp>
      <p:sp>
        <p:nvSpPr>
          <p:cNvPr id="5" name="Footer Placeholder 4">
            <a:extLst>
              <a:ext uri="{FF2B5EF4-FFF2-40B4-BE49-F238E27FC236}">
                <a16:creationId xmlns:a16="http://schemas.microsoft.com/office/drawing/2014/main" id="{A9273E28-C341-49CC-BAAB-0C0D198212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26D54A-8E86-4026-8DD0-5B0979BB8C78}"/>
              </a:ext>
            </a:extLst>
          </p:cNvPr>
          <p:cNvSpPr>
            <a:spLocks noGrp="1"/>
          </p:cNvSpPr>
          <p:nvPr>
            <p:ph type="sldNum" sz="quarter" idx="12"/>
          </p:nvPr>
        </p:nvSpPr>
        <p:spPr/>
        <p:txBody>
          <a:bodyPr/>
          <a:lstStyle/>
          <a:p>
            <a:fld id="{5EEB83C2-341F-4C28-A243-1C56DDDA54D3}" type="slidenum">
              <a:rPr lang="en-US" smtClean="0"/>
              <a:t>‹#›</a:t>
            </a:fld>
            <a:endParaRPr lang="en-US"/>
          </a:p>
        </p:txBody>
      </p:sp>
      <p:cxnSp>
        <p:nvCxnSpPr>
          <p:cNvPr id="7" name="Straight Connector 6">
            <a:extLst>
              <a:ext uri="{FF2B5EF4-FFF2-40B4-BE49-F238E27FC236}">
                <a16:creationId xmlns:a16="http://schemas.microsoft.com/office/drawing/2014/main" id="{1CB05DA4-DF32-4D7A-9E4D-36309C90C5BB}"/>
              </a:ext>
            </a:extLst>
          </p:cNvPr>
          <p:cNvCxnSpPr>
            <a:cxnSpLocks/>
          </p:cNvCxnSpPr>
          <p:nvPr/>
        </p:nvCxnSpPr>
        <p:spPr>
          <a:xfrm flipH="1">
            <a:off x="566094" y="577110"/>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7CC7262-4997-41E4-976D-BA82E148280F}"/>
              </a:ext>
            </a:extLst>
          </p:cNvPr>
          <p:cNvCxnSpPr>
            <a:cxnSpLocks/>
          </p:cNvCxnSpPr>
          <p:nvPr/>
        </p:nvCxnSpPr>
        <p:spPr>
          <a:xfrm flipV="1">
            <a:off x="8875226" y="571500"/>
            <a:ext cx="0" cy="57114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F5063B5-E478-4C41-AD40-49A39AE07429}"/>
              </a:ext>
            </a:extLst>
          </p:cNvPr>
          <p:cNvCxnSpPr>
            <a:cxnSpLocks/>
          </p:cNvCxnSpPr>
          <p:nvPr/>
        </p:nvCxnSpPr>
        <p:spPr>
          <a:xfrm flipH="1">
            <a:off x="577485" y="6283518"/>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87930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9E1467D-9ED1-4211-A71E-41C91C755C9D}"/>
              </a:ext>
            </a:extLst>
          </p:cNvPr>
          <p:cNvSpPr>
            <a:spLocks noGrp="1"/>
          </p:cNvSpPr>
          <p:nvPr>
            <p:ph type="title"/>
          </p:nvPr>
        </p:nvSpPr>
        <p:spPr>
          <a:xfrm>
            <a:off x="571500" y="689289"/>
            <a:ext cx="11049000" cy="108410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1F8A6A1-C9C7-4FDF-B4DA-1E86B6A355F8}"/>
              </a:ext>
            </a:extLst>
          </p:cNvPr>
          <p:cNvSpPr>
            <a:spLocks noGrp="1"/>
          </p:cNvSpPr>
          <p:nvPr>
            <p:ph type="body" idx="1"/>
          </p:nvPr>
        </p:nvSpPr>
        <p:spPr>
          <a:xfrm>
            <a:off x="571499" y="2075688"/>
            <a:ext cx="11059811" cy="381808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AACC44A-C635-4CD0-90E9-D9503AF4CCF2}"/>
              </a:ext>
            </a:extLst>
          </p:cNvPr>
          <p:cNvSpPr>
            <a:spLocks noGrp="1"/>
          </p:cNvSpPr>
          <p:nvPr>
            <p:ph type="dt" sz="half" idx="2"/>
          </p:nvPr>
        </p:nvSpPr>
        <p:spPr>
          <a:xfrm>
            <a:off x="8036732" y="6397103"/>
            <a:ext cx="3091928" cy="365125"/>
          </a:xfrm>
          <a:prstGeom prst="rect">
            <a:avLst/>
          </a:prstGeom>
        </p:spPr>
        <p:txBody>
          <a:bodyPr vert="horz" lIns="91440" tIns="45720" rIns="91440" bIns="45720" rtlCol="0" anchor="ctr"/>
          <a:lstStyle>
            <a:lvl1pPr algn="r">
              <a:defRPr sz="800" cap="all" spc="200" baseline="0">
                <a:solidFill>
                  <a:schemeClr val="tx1"/>
                </a:solidFill>
              </a:defRPr>
            </a:lvl1pPr>
          </a:lstStyle>
          <a:p>
            <a:fld id="{1C8322F6-1C60-46CF-968C-BC20E470F443}" type="datetimeFigureOut">
              <a:rPr lang="en-US" smtClean="0"/>
              <a:t>5/29/2026</a:t>
            </a:fld>
            <a:endParaRPr lang="en-US"/>
          </a:p>
        </p:txBody>
      </p:sp>
      <p:sp>
        <p:nvSpPr>
          <p:cNvPr id="5" name="Footer Placeholder 4">
            <a:extLst>
              <a:ext uri="{FF2B5EF4-FFF2-40B4-BE49-F238E27FC236}">
                <a16:creationId xmlns:a16="http://schemas.microsoft.com/office/drawing/2014/main" id="{58ABF682-1A47-492C-81E3-9DB0A50ECB1F}"/>
              </a:ext>
            </a:extLst>
          </p:cNvPr>
          <p:cNvSpPr>
            <a:spLocks noGrp="1"/>
          </p:cNvSpPr>
          <p:nvPr>
            <p:ph type="ftr" sz="quarter" idx="3"/>
          </p:nvPr>
        </p:nvSpPr>
        <p:spPr>
          <a:xfrm>
            <a:off x="475782" y="6397103"/>
            <a:ext cx="4114800" cy="365125"/>
          </a:xfrm>
          <a:prstGeom prst="rect">
            <a:avLst/>
          </a:prstGeom>
        </p:spPr>
        <p:txBody>
          <a:bodyPr vert="horz" lIns="91440" tIns="45720" rIns="91440" bIns="45720" rtlCol="0" anchor="ctr"/>
          <a:lstStyle>
            <a:lvl1pPr algn="l">
              <a:defRPr sz="800" cap="all" spc="200" baseline="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6CCC814B-9105-44ED-98A9-D326B2E2605C}"/>
              </a:ext>
            </a:extLst>
          </p:cNvPr>
          <p:cNvSpPr>
            <a:spLocks noGrp="1"/>
          </p:cNvSpPr>
          <p:nvPr>
            <p:ph type="sldNum" sz="quarter" idx="4"/>
          </p:nvPr>
        </p:nvSpPr>
        <p:spPr>
          <a:xfrm>
            <a:off x="11024553" y="6397103"/>
            <a:ext cx="700775" cy="365125"/>
          </a:xfrm>
          <a:prstGeom prst="rect">
            <a:avLst/>
          </a:prstGeom>
        </p:spPr>
        <p:txBody>
          <a:bodyPr vert="horz" lIns="91440" tIns="45720" rIns="91440" bIns="45720" rtlCol="0" anchor="ctr"/>
          <a:lstStyle>
            <a:lvl1pPr algn="r">
              <a:defRPr sz="800">
                <a:solidFill>
                  <a:schemeClr val="tx1"/>
                </a:solidFill>
              </a:defRPr>
            </a:lvl1pPr>
          </a:lstStyle>
          <a:p>
            <a:fld id="{5EEB83C2-341F-4C28-A243-1C56DDDA54D3}" type="slidenum">
              <a:rPr lang="en-US" smtClean="0"/>
              <a:t>‹#›</a:t>
            </a:fld>
            <a:endParaRPr lang="en-US"/>
          </a:p>
        </p:txBody>
      </p:sp>
      <p:cxnSp>
        <p:nvCxnSpPr>
          <p:cNvPr id="20" name="Straight Connector 19">
            <a:extLst>
              <a:ext uri="{FF2B5EF4-FFF2-40B4-BE49-F238E27FC236}">
                <a16:creationId xmlns:a16="http://schemas.microsoft.com/office/drawing/2014/main" id="{A6814345-41DE-42C5-8657-66C1417DF81A}"/>
              </a:ext>
            </a:extLst>
          </p:cNvPr>
          <p:cNvCxnSpPr>
            <a:cxnSpLocks/>
          </p:cNvCxnSpPr>
          <p:nvPr/>
        </p:nvCxnSpPr>
        <p:spPr>
          <a:xfrm flipH="1">
            <a:off x="566094" y="6286347"/>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E68E419-3727-4F5E-8840-AF149B33B0B7}"/>
              </a:ext>
            </a:extLst>
          </p:cNvPr>
          <p:cNvCxnSpPr>
            <a:cxnSpLocks/>
          </p:cNvCxnSpPr>
          <p:nvPr/>
        </p:nvCxnSpPr>
        <p:spPr>
          <a:xfrm flipH="1">
            <a:off x="577485" y="1883336"/>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19B6EC-D7AE-452F-8D0C-D11BD3377F3E}"/>
              </a:ext>
            </a:extLst>
          </p:cNvPr>
          <p:cNvCxnSpPr>
            <a:cxnSpLocks/>
          </p:cNvCxnSpPr>
          <p:nvPr/>
        </p:nvCxnSpPr>
        <p:spPr>
          <a:xfrm flipH="1">
            <a:off x="577485" y="571500"/>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4384526"/>
      </p:ext>
    </p:extLst>
  </p:cSld>
  <p:clrMap bg1="lt1" tx1="dk1" bg2="lt2" tx2="dk2" accent1="accent1" accent2="accent2" accent3="accent3" accent4="accent4" accent5="accent5" accent6="accent6" hlink="hlink" folHlink="folHlink"/>
  <p:sldLayoutIdLst>
    <p:sldLayoutId id="2147483717" r:id="rId1"/>
    <p:sldLayoutId id="2147483718" r:id="rId2"/>
    <p:sldLayoutId id="2147483719" r:id="rId3"/>
    <p:sldLayoutId id="2147483720" r:id="rId4"/>
    <p:sldLayoutId id="2147483721" r:id="rId5"/>
    <p:sldLayoutId id="2147483715" r:id="rId6"/>
    <p:sldLayoutId id="2147483711" r:id="rId7"/>
    <p:sldLayoutId id="2147483712" r:id="rId8"/>
    <p:sldLayoutId id="2147483713" r:id="rId9"/>
    <p:sldLayoutId id="2147483714" r:id="rId10"/>
    <p:sldLayoutId id="2147483716" r:id="rId11"/>
  </p:sldLayoutIdLst>
  <p:txStyles>
    <p:titleStyle>
      <a:lvl1pPr algn="l" defTabSz="914400" rtl="0" eaLnBrk="1" latinLnBrk="0" hangingPunct="1">
        <a:lnSpc>
          <a:spcPct val="90000"/>
        </a:lnSpc>
        <a:spcBef>
          <a:spcPct val="0"/>
        </a:spcBef>
        <a:buNone/>
        <a:defRPr sz="4000" kern="1200" spc="-100" baseline="0">
          <a:solidFill>
            <a:schemeClr val="tx1"/>
          </a:solidFill>
          <a:latin typeface="Batang" panose="02030600000101010101" pitchFamily="18" charset="-127"/>
          <a:ea typeface="Batang" panose="02030600000101010101" pitchFamily="18" charset="-127"/>
          <a:cs typeface="+mj-cs"/>
        </a:defRPr>
      </a:lvl1pPr>
    </p:titleStyle>
    <p:bodyStyle>
      <a:lvl1pPr marL="228600" indent="-228600" algn="l" defTabSz="914400" rtl="0" eaLnBrk="1" latinLnBrk="0" hangingPunct="1">
        <a:lnSpc>
          <a:spcPct val="12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SzPct val="80000"/>
        <a:buFont typeface="Avenir Next LT Pro Light" panose="020B03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05840" indent="-228600" algn="l" defTabSz="914400" rtl="0" eaLnBrk="1" latinLnBrk="0" hangingPunct="1">
        <a:lnSpc>
          <a:spcPct val="120000"/>
        </a:lnSpc>
        <a:spcBef>
          <a:spcPts val="500"/>
        </a:spcBef>
        <a:buSzPct val="80000"/>
        <a:buFont typeface="Avenir Next LT Pro Light" panose="020B0304020202020204" pitchFamily="34" charset="0"/>
        <a:buChar char="–"/>
        <a:defRPr sz="1400" kern="1200">
          <a:solidFill>
            <a:schemeClr val="tx1"/>
          </a:solidFill>
          <a:latin typeface="+mn-lt"/>
          <a:ea typeface="+mn-ea"/>
          <a:cs typeface="+mn-cs"/>
        </a:defRPr>
      </a:lvl4pPr>
      <a:lvl5pPr marL="1280160" indent="-228600" algn="l" defTabSz="914400" rtl="0" eaLnBrk="1" latinLnBrk="0" hangingPunct="1">
        <a:lnSpc>
          <a:spcPct val="12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1FD0F0B6-5415-4254-9E66-BE9C2FB05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F81FE1F-6A62-3439-4B04-E96DD44C0768}"/>
              </a:ext>
            </a:extLst>
          </p:cNvPr>
          <p:cNvSpPr>
            <a:spLocks noGrp="1"/>
          </p:cNvSpPr>
          <p:nvPr>
            <p:ph type="ctrTitle"/>
          </p:nvPr>
        </p:nvSpPr>
        <p:spPr>
          <a:xfrm>
            <a:off x="521208" y="822960"/>
            <a:ext cx="3463784" cy="3454604"/>
          </a:xfrm>
        </p:spPr>
        <p:txBody>
          <a:bodyPr>
            <a:normAutofit/>
          </a:bodyPr>
          <a:lstStyle/>
          <a:p>
            <a:r>
              <a:rPr lang="en-ZA" dirty="0"/>
              <a:t>PROG POE</a:t>
            </a:r>
            <a:br>
              <a:rPr lang="en-ZA" dirty="0"/>
            </a:br>
            <a:r>
              <a:rPr lang="en-ZA" dirty="0"/>
              <a:t>PART 2</a:t>
            </a:r>
          </a:p>
        </p:txBody>
      </p:sp>
      <p:sp>
        <p:nvSpPr>
          <p:cNvPr id="3" name="Subtitle 2">
            <a:extLst>
              <a:ext uri="{FF2B5EF4-FFF2-40B4-BE49-F238E27FC236}">
                <a16:creationId xmlns:a16="http://schemas.microsoft.com/office/drawing/2014/main" id="{B03915ED-3C5E-3D57-F728-AFD525D19A51}"/>
              </a:ext>
            </a:extLst>
          </p:cNvPr>
          <p:cNvSpPr>
            <a:spLocks noGrp="1"/>
          </p:cNvSpPr>
          <p:nvPr>
            <p:ph type="subTitle" idx="1"/>
          </p:nvPr>
        </p:nvSpPr>
        <p:spPr>
          <a:xfrm>
            <a:off x="539496" y="4446150"/>
            <a:ext cx="3474600" cy="1457405"/>
          </a:xfrm>
        </p:spPr>
        <p:txBody>
          <a:bodyPr>
            <a:normAutofit/>
          </a:bodyPr>
          <a:lstStyle/>
          <a:p>
            <a:r>
              <a:rPr lang="en-ZA" dirty="0"/>
              <a:t>By: Philasande Mkhize</a:t>
            </a:r>
          </a:p>
          <a:p>
            <a:r>
              <a:rPr lang="en-ZA" dirty="0"/>
              <a:t>	st10486606</a:t>
            </a:r>
          </a:p>
        </p:txBody>
      </p:sp>
      <p:cxnSp>
        <p:nvCxnSpPr>
          <p:cNvPr id="18" name="Straight Connector 17">
            <a:extLst>
              <a:ext uri="{FF2B5EF4-FFF2-40B4-BE49-F238E27FC236}">
                <a16:creationId xmlns:a16="http://schemas.microsoft.com/office/drawing/2014/main" id="{8D66FEA8-8B71-461B-95A4-855374AB4C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19600" y="571500"/>
            <a:ext cx="0" cy="5715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A4B168A-A51F-4C91-A9E4-A2F203CB9D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60689" y="571500"/>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8DA6024C-D89F-47D0-37E9-E66BE40FD407}"/>
              </a:ext>
            </a:extLst>
          </p:cNvPr>
          <p:cNvPicPr>
            <a:picLocks noChangeAspect="1"/>
          </p:cNvPicPr>
          <p:nvPr/>
        </p:nvPicPr>
        <p:blipFill>
          <a:blip r:embed="rId2"/>
          <a:srcRect l="3456" r="3455" b="-1"/>
          <a:stretch>
            <a:fillRect/>
          </a:stretch>
        </p:blipFill>
        <p:spPr>
          <a:xfrm>
            <a:off x="4699947" y="852351"/>
            <a:ext cx="6920549" cy="5148368"/>
          </a:xfrm>
          <a:prstGeom prst="rect">
            <a:avLst/>
          </a:prstGeom>
        </p:spPr>
      </p:pic>
      <p:cxnSp>
        <p:nvCxnSpPr>
          <p:cNvPr id="22" name="Straight Connector 21">
            <a:extLst>
              <a:ext uri="{FF2B5EF4-FFF2-40B4-BE49-F238E27FC236}">
                <a16:creationId xmlns:a16="http://schemas.microsoft.com/office/drawing/2014/main" id="{A5407E01-913B-484C-A03C-2C64028471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71500" y="6286500"/>
            <a:ext cx="1105981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291387DF-3683-E55F-CC5A-E870825E8C77}"/>
              </a:ext>
            </a:extLst>
          </p:cNvPr>
          <p:cNvSpPr txBox="1"/>
          <p:nvPr/>
        </p:nvSpPr>
        <p:spPr>
          <a:xfrm>
            <a:off x="6582783" y="2736503"/>
            <a:ext cx="3548977" cy="1200329"/>
          </a:xfrm>
          <a:prstGeom prst="rect">
            <a:avLst/>
          </a:prstGeom>
          <a:noFill/>
        </p:spPr>
        <p:txBody>
          <a:bodyPr wrap="square" rtlCol="0">
            <a:spAutoFit/>
          </a:bodyPr>
          <a:lstStyle/>
          <a:p>
            <a:pPr algn="ctr"/>
            <a:r>
              <a:rPr lang="en-ZA" sz="2400" b="1" dirty="0"/>
              <a:t>How to upgrade your chat Bot with GUI and more</a:t>
            </a:r>
          </a:p>
        </p:txBody>
      </p:sp>
      <p:sp>
        <p:nvSpPr>
          <p:cNvPr id="8" name="Subtitle 2">
            <a:extLst>
              <a:ext uri="{FF2B5EF4-FFF2-40B4-BE49-F238E27FC236}">
                <a16:creationId xmlns:a16="http://schemas.microsoft.com/office/drawing/2014/main" id="{64E8297B-61AB-1FED-140E-0C44985C3934}"/>
              </a:ext>
            </a:extLst>
          </p:cNvPr>
          <p:cNvSpPr txBox="1">
            <a:spLocks/>
          </p:cNvSpPr>
          <p:nvPr/>
        </p:nvSpPr>
        <p:spPr>
          <a:xfrm>
            <a:off x="582315" y="7086"/>
            <a:ext cx="11609685" cy="502961"/>
          </a:xfrm>
          <a:prstGeom prst="rect">
            <a:avLst/>
          </a:prstGeom>
        </p:spPr>
        <p:txBody>
          <a:bodyPr vert="horz" lIns="91440" tIns="45720" rIns="91440" bIns="45720" rtlCol="0" anchor="b">
            <a:normAutofit/>
          </a:bodyPr>
          <a:lstStyle>
            <a:lvl1pPr marL="0" indent="0" algn="l" defTabSz="914400" rtl="0" eaLnBrk="1" latinLnBrk="0" hangingPunct="1">
              <a:lnSpc>
                <a:spcPct val="130000"/>
              </a:lnSpc>
              <a:spcBef>
                <a:spcPts val="1000"/>
              </a:spcBef>
              <a:buSzPct val="80000"/>
              <a:buFont typeface="Arial" panose="020B0604020202020204" pitchFamily="34" charset="0"/>
              <a:buNone/>
              <a:defRPr sz="1400" kern="1200" cap="all" spc="300" baseline="0">
                <a:solidFill>
                  <a:schemeClr val="tx1"/>
                </a:solidFill>
                <a:latin typeface="+mn-lt"/>
                <a:ea typeface="+mn-ea"/>
                <a:cs typeface="+mn-cs"/>
              </a:defRPr>
            </a:lvl1pPr>
            <a:lvl2pPr marL="457200" indent="0" algn="ctr" defTabSz="914400" rtl="0" eaLnBrk="1" latinLnBrk="0" hangingPunct="1">
              <a:lnSpc>
                <a:spcPct val="120000"/>
              </a:lnSpc>
              <a:spcBef>
                <a:spcPts val="500"/>
              </a:spcBef>
              <a:buSzPct val="80000"/>
              <a:buFont typeface="Avenir Next LT Pro Light" panose="020B03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80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80000"/>
              <a:buFont typeface="Avenir Next LT Pro Light" panose="020B03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80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ZA" dirty="0"/>
              <a:t>https://github.com/RC-Pretoria-Campus/prog6221-poe-part-2-Phila-RB/tree/master</a:t>
            </a:r>
          </a:p>
        </p:txBody>
      </p:sp>
    </p:spTree>
    <p:extLst>
      <p:ext uri="{BB962C8B-B14F-4D97-AF65-F5344CB8AC3E}">
        <p14:creationId xmlns:p14="http://schemas.microsoft.com/office/powerpoint/2010/main" val="36255394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B59C3-771D-86EB-C117-E8917F4EA044}"/>
              </a:ext>
            </a:extLst>
          </p:cNvPr>
          <p:cNvSpPr>
            <a:spLocks noGrp="1"/>
          </p:cNvSpPr>
          <p:nvPr>
            <p:ph type="ctrTitle"/>
          </p:nvPr>
        </p:nvSpPr>
        <p:spPr>
          <a:xfrm>
            <a:off x="571501" y="822960"/>
            <a:ext cx="6537222" cy="5015169"/>
          </a:xfrm>
        </p:spPr>
        <p:txBody>
          <a:bodyPr/>
          <a:lstStyle/>
          <a:p>
            <a:r>
              <a:rPr lang="en-ZA" dirty="0"/>
              <a:t>New Classes and Methods:</a:t>
            </a:r>
            <a:br>
              <a:rPr lang="en-ZA" dirty="0"/>
            </a:br>
            <a:endParaRPr lang="en-ZA" dirty="0"/>
          </a:p>
        </p:txBody>
      </p:sp>
      <p:sp>
        <p:nvSpPr>
          <p:cNvPr id="8" name="TextBox 7">
            <a:extLst>
              <a:ext uri="{FF2B5EF4-FFF2-40B4-BE49-F238E27FC236}">
                <a16:creationId xmlns:a16="http://schemas.microsoft.com/office/drawing/2014/main" id="{0A2AE837-125C-0D14-389C-7824488A48F1}"/>
              </a:ext>
            </a:extLst>
          </p:cNvPr>
          <p:cNvSpPr txBox="1"/>
          <p:nvPr/>
        </p:nvSpPr>
        <p:spPr>
          <a:xfrm>
            <a:off x="1896704" y="2470630"/>
            <a:ext cx="5761395" cy="3693319"/>
          </a:xfrm>
          <a:prstGeom prst="rect">
            <a:avLst/>
          </a:prstGeom>
          <a:noFill/>
        </p:spPr>
        <p:txBody>
          <a:bodyPr wrap="square" rtlCol="0">
            <a:spAutoFit/>
          </a:bodyPr>
          <a:lstStyle/>
          <a:p>
            <a:pPr marL="342900" indent="-342900">
              <a:buAutoNum type="arabicPeriod"/>
            </a:pPr>
            <a:r>
              <a:rPr lang="en-ZA" dirty="0"/>
              <a:t>PROGRAM</a:t>
            </a:r>
            <a:br>
              <a:rPr lang="en-ZA" dirty="0"/>
            </a:br>
            <a:r>
              <a:rPr lang="en-ZA" dirty="0"/>
              <a:t>	METHODS:</a:t>
            </a:r>
          </a:p>
          <a:p>
            <a:pPr marL="1714500" lvl="3" indent="-342900">
              <a:buAutoNum type="arabicPeriod"/>
            </a:pPr>
            <a:r>
              <a:rPr lang="en-ZA" dirty="0"/>
              <a:t>BOTSPEAK</a:t>
            </a:r>
          </a:p>
          <a:p>
            <a:pPr marL="342900" indent="-342900">
              <a:buAutoNum type="arabicPeriod"/>
            </a:pPr>
            <a:r>
              <a:rPr lang="en-ZA" dirty="0" err="1"/>
              <a:t>GUI.xaml</a:t>
            </a:r>
            <a:endParaRPr lang="en-ZA" dirty="0"/>
          </a:p>
          <a:p>
            <a:pPr marL="342900" indent="-342900">
              <a:buAutoNum type="arabicPeriod"/>
            </a:pPr>
            <a:endParaRPr lang="en-ZA" dirty="0"/>
          </a:p>
          <a:p>
            <a:pPr marL="342900" indent="-342900">
              <a:buAutoNum type="arabicPeriod"/>
            </a:pPr>
            <a:r>
              <a:rPr lang="en-ZA" dirty="0" err="1"/>
              <a:t>GUI.xaml.cs</a:t>
            </a:r>
            <a:endParaRPr lang="en-ZA" dirty="0"/>
          </a:p>
          <a:p>
            <a:pPr lvl="2"/>
            <a:r>
              <a:rPr lang="en-ZA" dirty="0"/>
              <a:t>METHODS:</a:t>
            </a:r>
          </a:p>
          <a:p>
            <a:pPr lvl="1"/>
            <a:r>
              <a:rPr lang="en-ZA" dirty="0"/>
              <a:t>	        1. BUTTONCLICK()</a:t>
            </a:r>
          </a:p>
          <a:p>
            <a:pPr lvl="1"/>
            <a:r>
              <a:rPr lang="en-ZA" dirty="0"/>
              <a:t>	        2. RUNCONVERSTIONASYNC()</a:t>
            </a:r>
          </a:p>
          <a:p>
            <a:pPr lvl="1"/>
            <a:r>
              <a:rPr lang="en-ZA" dirty="0"/>
              <a:t>	        3. ASKASYNC()</a:t>
            </a:r>
          </a:p>
          <a:p>
            <a:pPr lvl="1"/>
            <a:r>
              <a:rPr lang="en-ZA" dirty="0"/>
              <a:t>	        4. MSGS()</a:t>
            </a:r>
          </a:p>
          <a:p>
            <a:pPr lvl="2"/>
            <a:endParaRPr lang="en-ZA" dirty="0"/>
          </a:p>
          <a:p>
            <a:pPr lvl="2"/>
            <a:endParaRPr lang="en-ZA" dirty="0"/>
          </a:p>
        </p:txBody>
      </p:sp>
      <p:pic>
        <p:nvPicPr>
          <p:cNvPr id="9" name="Picture 8">
            <a:extLst>
              <a:ext uri="{FF2B5EF4-FFF2-40B4-BE49-F238E27FC236}">
                <a16:creationId xmlns:a16="http://schemas.microsoft.com/office/drawing/2014/main" id="{B27B3B83-0819-2030-BD22-78BD41EB1D1B}"/>
              </a:ext>
            </a:extLst>
          </p:cNvPr>
          <p:cNvPicPr>
            <a:picLocks noChangeAspect="1"/>
          </p:cNvPicPr>
          <p:nvPr/>
        </p:nvPicPr>
        <p:blipFill>
          <a:blip r:embed="rId2"/>
          <a:srcRect l="3456" r="3455" b="-1"/>
          <a:stretch>
            <a:fillRect/>
          </a:stretch>
        </p:blipFill>
        <p:spPr>
          <a:xfrm rot="16200000">
            <a:off x="7481806" y="1806536"/>
            <a:ext cx="4361902" cy="3244927"/>
          </a:xfrm>
          <a:prstGeom prst="rect">
            <a:avLst/>
          </a:prstGeom>
        </p:spPr>
      </p:pic>
    </p:spTree>
    <p:extLst>
      <p:ext uri="{BB962C8B-B14F-4D97-AF65-F5344CB8AC3E}">
        <p14:creationId xmlns:p14="http://schemas.microsoft.com/office/powerpoint/2010/main" val="26657162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5150068E-E075-B91B-D15E-2101D9E73504}"/>
              </a:ext>
            </a:extLst>
          </p:cNvPr>
          <p:cNvSpPr txBox="1">
            <a:spLocks/>
          </p:cNvSpPr>
          <p:nvPr/>
        </p:nvSpPr>
        <p:spPr>
          <a:xfrm>
            <a:off x="4970974" y="3042920"/>
            <a:ext cx="2250052" cy="772160"/>
          </a:xfrm>
          <a:prstGeom prst="rect">
            <a:avLst/>
          </a:prstGeom>
        </p:spPr>
        <p:txBody>
          <a:bodyPr>
            <a:normAutofit/>
          </a:bodyPr>
          <a:lstStyle>
            <a:lvl1pPr algn="l" defTabSz="914400" rtl="0" eaLnBrk="1" latinLnBrk="0" hangingPunct="1">
              <a:lnSpc>
                <a:spcPct val="90000"/>
              </a:lnSpc>
              <a:spcBef>
                <a:spcPct val="0"/>
              </a:spcBef>
              <a:buNone/>
              <a:defRPr sz="4000" kern="1200" spc="-100" baseline="0">
                <a:solidFill>
                  <a:schemeClr val="tx1"/>
                </a:solidFill>
                <a:latin typeface="Batang" panose="02030600000101010101" pitchFamily="18" charset="-127"/>
                <a:ea typeface="Batang" panose="02030600000101010101" pitchFamily="18" charset="-127"/>
                <a:cs typeface="+mj-cs"/>
              </a:defRPr>
            </a:lvl1pPr>
          </a:lstStyle>
          <a:p>
            <a:r>
              <a:rPr lang="en-ZA" dirty="0"/>
              <a:t>Program</a:t>
            </a:r>
          </a:p>
        </p:txBody>
      </p:sp>
    </p:spTree>
    <p:extLst>
      <p:ext uri="{BB962C8B-B14F-4D97-AF65-F5344CB8AC3E}">
        <p14:creationId xmlns:p14="http://schemas.microsoft.com/office/powerpoint/2010/main" val="918545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B050B35C-C7CF-4832-740C-BD9D48A7B40D}"/>
              </a:ext>
            </a:extLst>
          </p:cNvPr>
          <p:cNvSpPr txBox="1"/>
          <p:nvPr/>
        </p:nvSpPr>
        <p:spPr>
          <a:xfrm>
            <a:off x="8018584" y="1016949"/>
            <a:ext cx="3781530" cy="1477328"/>
          </a:xfrm>
          <a:prstGeom prst="rect">
            <a:avLst/>
          </a:prstGeom>
          <a:noFill/>
        </p:spPr>
        <p:txBody>
          <a:bodyPr wrap="square" rtlCol="0">
            <a:spAutoFit/>
          </a:bodyPr>
          <a:lstStyle/>
          <a:p>
            <a:r>
              <a:rPr lang="en-ZA" dirty="0"/>
              <a:t>This method takes answers generated by the chat bot and displays them on the GUI for the user to see. It also speaks out the text that’s to the speak method </a:t>
            </a:r>
          </a:p>
        </p:txBody>
      </p:sp>
      <p:cxnSp>
        <p:nvCxnSpPr>
          <p:cNvPr id="14" name="Straight Connector 13">
            <a:extLst>
              <a:ext uri="{FF2B5EF4-FFF2-40B4-BE49-F238E27FC236}">
                <a16:creationId xmlns:a16="http://schemas.microsoft.com/office/drawing/2014/main" id="{757CBBD5-8CC6-0084-EB42-B9A4E5ECEDBE}"/>
              </a:ext>
            </a:extLst>
          </p:cNvPr>
          <p:cNvCxnSpPr/>
          <p:nvPr/>
        </p:nvCxnSpPr>
        <p:spPr>
          <a:xfrm>
            <a:off x="7717134" y="738107"/>
            <a:ext cx="0" cy="6410849"/>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DFDC9233-CFF8-00F8-A4EE-D16F8F70A358}"/>
              </a:ext>
            </a:extLst>
          </p:cNvPr>
          <p:cNvCxnSpPr>
            <a:cxnSpLocks/>
          </p:cNvCxnSpPr>
          <p:nvPr/>
        </p:nvCxnSpPr>
        <p:spPr>
          <a:xfrm>
            <a:off x="190918" y="738107"/>
            <a:ext cx="11719601" cy="0"/>
          </a:xfrm>
          <a:prstGeom prst="line">
            <a:avLst/>
          </a:prstGeom>
        </p:spPr>
        <p:style>
          <a:lnRef idx="2">
            <a:schemeClr val="dk1"/>
          </a:lnRef>
          <a:fillRef idx="0">
            <a:schemeClr val="dk1"/>
          </a:fillRef>
          <a:effectRef idx="1">
            <a:schemeClr val="dk1"/>
          </a:effectRef>
          <a:fontRef idx="minor">
            <a:schemeClr val="tx1"/>
          </a:fontRef>
        </p:style>
      </p:cxnSp>
      <p:cxnSp>
        <p:nvCxnSpPr>
          <p:cNvPr id="19" name="Straight Connector 18">
            <a:extLst>
              <a:ext uri="{FF2B5EF4-FFF2-40B4-BE49-F238E27FC236}">
                <a16:creationId xmlns:a16="http://schemas.microsoft.com/office/drawing/2014/main" id="{4528A2AF-EF52-DD46-6AA9-E8EA42BF126E}"/>
              </a:ext>
            </a:extLst>
          </p:cNvPr>
          <p:cNvCxnSpPr/>
          <p:nvPr/>
        </p:nvCxnSpPr>
        <p:spPr>
          <a:xfrm>
            <a:off x="7717134" y="6341288"/>
            <a:ext cx="417341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AB84E37-7C5A-D726-9555-08BF3EF58D15}"/>
              </a:ext>
            </a:extLst>
          </p:cNvPr>
          <p:cNvCxnSpPr/>
          <p:nvPr/>
        </p:nvCxnSpPr>
        <p:spPr>
          <a:xfrm>
            <a:off x="11910519" y="738107"/>
            <a:ext cx="0" cy="6410849"/>
          </a:xfrm>
          <a:prstGeom prst="line">
            <a:avLst/>
          </a:prstGeom>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93FDC22A-A9C1-E708-E19D-D4FA4C279159}"/>
              </a:ext>
            </a:extLst>
          </p:cNvPr>
          <p:cNvCxnSpPr>
            <a:cxnSpLocks/>
          </p:cNvCxnSpPr>
          <p:nvPr/>
        </p:nvCxnSpPr>
        <p:spPr>
          <a:xfrm>
            <a:off x="190918" y="7148956"/>
            <a:ext cx="11699632" cy="0"/>
          </a:xfrm>
          <a:prstGeom prst="line">
            <a:avLst/>
          </a:prstGeom>
        </p:spPr>
        <p:style>
          <a:lnRef idx="1">
            <a:schemeClr val="accent1"/>
          </a:lnRef>
          <a:fillRef idx="0">
            <a:schemeClr val="accent1"/>
          </a:fillRef>
          <a:effectRef idx="0">
            <a:schemeClr val="accent1"/>
          </a:effectRef>
          <a:fontRef idx="minor">
            <a:schemeClr val="tx1"/>
          </a:fontRef>
        </p:style>
      </p:cxnSp>
      <p:sp>
        <p:nvSpPr>
          <p:cNvPr id="28" name="Title 1">
            <a:extLst>
              <a:ext uri="{FF2B5EF4-FFF2-40B4-BE49-F238E27FC236}">
                <a16:creationId xmlns:a16="http://schemas.microsoft.com/office/drawing/2014/main" id="{22D64270-5C35-CF1F-CEB7-BAB6D932B235}"/>
              </a:ext>
            </a:extLst>
          </p:cNvPr>
          <p:cNvSpPr txBox="1">
            <a:spLocks/>
          </p:cNvSpPr>
          <p:nvPr/>
        </p:nvSpPr>
        <p:spPr>
          <a:xfrm>
            <a:off x="4935096" y="184110"/>
            <a:ext cx="3083488" cy="528319"/>
          </a:xfrm>
          <a:prstGeom prst="rect">
            <a:avLst/>
          </a:prstGeom>
        </p:spPr>
        <p:txBody>
          <a:bodyPr>
            <a:normAutofit fontScale="92500" lnSpcReduction="20000"/>
          </a:bodyPr>
          <a:lstStyle>
            <a:lvl1pPr algn="l" defTabSz="914400" rtl="0" eaLnBrk="1" latinLnBrk="0" hangingPunct="1">
              <a:lnSpc>
                <a:spcPct val="90000"/>
              </a:lnSpc>
              <a:spcBef>
                <a:spcPct val="0"/>
              </a:spcBef>
              <a:buNone/>
              <a:defRPr sz="4000" kern="1200" spc="-100" baseline="0">
                <a:solidFill>
                  <a:schemeClr val="tx1"/>
                </a:solidFill>
                <a:latin typeface="Batang" panose="02030600000101010101" pitchFamily="18" charset="-127"/>
                <a:ea typeface="Batang" panose="02030600000101010101" pitchFamily="18" charset="-127"/>
                <a:cs typeface="+mj-cs"/>
              </a:defRPr>
            </a:lvl1pPr>
          </a:lstStyle>
          <a:p>
            <a:r>
              <a:rPr lang="en-ZA" dirty="0" err="1"/>
              <a:t>BotSpeak</a:t>
            </a:r>
            <a:r>
              <a:rPr lang="en-ZA" dirty="0"/>
              <a:t>()</a:t>
            </a:r>
          </a:p>
        </p:txBody>
      </p:sp>
      <p:pic>
        <p:nvPicPr>
          <p:cNvPr id="3" name="Picture 2">
            <a:extLst>
              <a:ext uri="{FF2B5EF4-FFF2-40B4-BE49-F238E27FC236}">
                <a16:creationId xmlns:a16="http://schemas.microsoft.com/office/drawing/2014/main" id="{1368A05A-88C0-5EB6-606D-DB5402D9FE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0641" y="1016949"/>
            <a:ext cx="6309493" cy="4877663"/>
          </a:xfrm>
          <a:prstGeom prst="rect">
            <a:avLst/>
          </a:prstGeom>
        </p:spPr>
      </p:pic>
    </p:spTree>
    <p:extLst>
      <p:ext uri="{BB962C8B-B14F-4D97-AF65-F5344CB8AC3E}">
        <p14:creationId xmlns:p14="http://schemas.microsoft.com/office/powerpoint/2010/main" val="38763176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CD817FB0-2B32-EF8A-B066-771B1BE68106}"/>
              </a:ext>
            </a:extLst>
          </p:cNvPr>
          <p:cNvSpPr txBox="1">
            <a:spLocks/>
          </p:cNvSpPr>
          <p:nvPr/>
        </p:nvSpPr>
        <p:spPr>
          <a:xfrm>
            <a:off x="4970974" y="3042920"/>
            <a:ext cx="2791266" cy="772160"/>
          </a:xfrm>
          <a:prstGeom prst="rect">
            <a:avLst/>
          </a:prstGeom>
        </p:spPr>
        <p:txBody>
          <a:bodyPr>
            <a:normAutofit/>
          </a:bodyPr>
          <a:lstStyle>
            <a:lvl1pPr algn="l" defTabSz="914400" rtl="0" eaLnBrk="1" latinLnBrk="0" hangingPunct="1">
              <a:lnSpc>
                <a:spcPct val="90000"/>
              </a:lnSpc>
              <a:spcBef>
                <a:spcPct val="0"/>
              </a:spcBef>
              <a:buNone/>
              <a:defRPr sz="4000" kern="1200" spc="-100" baseline="0">
                <a:solidFill>
                  <a:schemeClr val="tx1"/>
                </a:solidFill>
                <a:latin typeface="Batang" panose="02030600000101010101" pitchFamily="18" charset="-127"/>
                <a:ea typeface="Batang" panose="02030600000101010101" pitchFamily="18" charset="-127"/>
                <a:cs typeface="+mj-cs"/>
              </a:defRPr>
            </a:lvl1pPr>
          </a:lstStyle>
          <a:p>
            <a:r>
              <a:rPr lang="en-ZA" dirty="0" err="1"/>
              <a:t>GUI.xaml</a:t>
            </a:r>
            <a:endParaRPr lang="en-ZA" dirty="0"/>
          </a:p>
        </p:txBody>
      </p:sp>
    </p:spTree>
    <p:extLst>
      <p:ext uri="{BB962C8B-B14F-4D97-AF65-F5344CB8AC3E}">
        <p14:creationId xmlns:p14="http://schemas.microsoft.com/office/powerpoint/2010/main" val="26612151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666C8495-EC23-B760-EE5E-7D8632D17E9B}"/>
              </a:ext>
            </a:extLst>
          </p:cNvPr>
          <p:cNvSpPr txBox="1"/>
          <p:nvPr/>
        </p:nvSpPr>
        <p:spPr>
          <a:xfrm>
            <a:off x="819945" y="1042351"/>
            <a:ext cx="3466681" cy="2585323"/>
          </a:xfrm>
          <a:prstGeom prst="rect">
            <a:avLst/>
          </a:prstGeom>
          <a:noFill/>
        </p:spPr>
        <p:txBody>
          <a:bodyPr wrap="square" rtlCol="0">
            <a:spAutoFit/>
          </a:bodyPr>
          <a:lstStyle/>
          <a:p>
            <a:r>
              <a:rPr lang="en-ZA" dirty="0"/>
              <a:t>The GUI.XAML file is the blueprint of our applications UI. </a:t>
            </a:r>
            <a:r>
              <a:rPr lang="en-US" dirty="0"/>
              <a:t>to act as the declarative blueprint for your application's user interface (UI). It allows us to visually layout windows, buttons, text boxes, and graphics without writing any code.</a:t>
            </a:r>
            <a:endParaRPr lang="en-ZA" dirty="0"/>
          </a:p>
        </p:txBody>
      </p:sp>
      <p:cxnSp>
        <p:nvCxnSpPr>
          <p:cNvPr id="8" name="Straight Connector 7">
            <a:extLst>
              <a:ext uri="{FF2B5EF4-FFF2-40B4-BE49-F238E27FC236}">
                <a16:creationId xmlns:a16="http://schemas.microsoft.com/office/drawing/2014/main" id="{93FFC875-717B-ECEE-DE27-A10FF3ABDEB5}"/>
              </a:ext>
            </a:extLst>
          </p:cNvPr>
          <p:cNvCxnSpPr>
            <a:cxnSpLocks/>
          </p:cNvCxnSpPr>
          <p:nvPr/>
        </p:nvCxnSpPr>
        <p:spPr>
          <a:xfrm>
            <a:off x="4286626" y="762000"/>
            <a:ext cx="0" cy="625856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8000DB6-E842-F8DA-C195-4589BFF9128C}"/>
              </a:ext>
            </a:extLst>
          </p:cNvPr>
          <p:cNvCxnSpPr/>
          <p:nvPr/>
        </p:nvCxnSpPr>
        <p:spPr>
          <a:xfrm>
            <a:off x="223520" y="762000"/>
            <a:ext cx="11877040"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Title 1">
            <a:extLst>
              <a:ext uri="{FF2B5EF4-FFF2-40B4-BE49-F238E27FC236}">
                <a16:creationId xmlns:a16="http://schemas.microsoft.com/office/drawing/2014/main" id="{05A7BBFF-8110-7254-4504-6F95058363E2}"/>
              </a:ext>
            </a:extLst>
          </p:cNvPr>
          <p:cNvSpPr txBox="1">
            <a:spLocks/>
          </p:cNvSpPr>
          <p:nvPr/>
        </p:nvSpPr>
        <p:spPr>
          <a:xfrm>
            <a:off x="4691723" y="117790"/>
            <a:ext cx="3334676" cy="772160"/>
          </a:xfrm>
          <a:prstGeom prst="rect">
            <a:avLst/>
          </a:prstGeom>
        </p:spPr>
        <p:txBody>
          <a:bodyPr>
            <a:normAutofit/>
          </a:bodyPr>
          <a:lstStyle>
            <a:lvl1pPr algn="l" defTabSz="914400" rtl="0" eaLnBrk="1" latinLnBrk="0" hangingPunct="1">
              <a:lnSpc>
                <a:spcPct val="90000"/>
              </a:lnSpc>
              <a:spcBef>
                <a:spcPct val="0"/>
              </a:spcBef>
              <a:buNone/>
              <a:defRPr sz="4000" kern="1200" spc="-100" baseline="0">
                <a:solidFill>
                  <a:schemeClr val="tx1"/>
                </a:solidFill>
                <a:latin typeface="Batang" panose="02030600000101010101" pitchFamily="18" charset="-127"/>
                <a:ea typeface="Batang" panose="02030600000101010101" pitchFamily="18" charset="-127"/>
                <a:cs typeface="+mj-cs"/>
              </a:defRPr>
            </a:lvl1pPr>
          </a:lstStyle>
          <a:p>
            <a:r>
              <a:rPr lang="en-ZA" dirty="0" err="1"/>
              <a:t>GUI.xaml</a:t>
            </a:r>
            <a:endParaRPr lang="en-ZA" dirty="0"/>
          </a:p>
        </p:txBody>
      </p:sp>
      <p:pic>
        <p:nvPicPr>
          <p:cNvPr id="3" name="Picture 2">
            <a:extLst>
              <a:ext uri="{FF2B5EF4-FFF2-40B4-BE49-F238E27FC236}">
                <a16:creationId xmlns:a16="http://schemas.microsoft.com/office/drawing/2014/main" id="{69797402-CB35-5C9E-E1D2-2388968341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96317" y="1131348"/>
            <a:ext cx="7704243" cy="4595303"/>
          </a:xfrm>
          <a:prstGeom prst="rect">
            <a:avLst/>
          </a:prstGeom>
        </p:spPr>
      </p:pic>
    </p:spTree>
    <p:extLst>
      <p:ext uri="{BB962C8B-B14F-4D97-AF65-F5344CB8AC3E}">
        <p14:creationId xmlns:p14="http://schemas.microsoft.com/office/powerpoint/2010/main" val="28040032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93C23-0044-8D36-58A5-8DF03A10DFCA}"/>
              </a:ext>
            </a:extLst>
          </p:cNvPr>
          <p:cNvSpPr txBox="1">
            <a:spLocks/>
          </p:cNvSpPr>
          <p:nvPr/>
        </p:nvSpPr>
        <p:spPr>
          <a:xfrm>
            <a:off x="4232323" y="3124200"/>
            <a:ext cx="3727353" cy="772160"/>
          </a:xfrm>
          <a:prstGeom prst="rect">
            <a:avLst/>
          </a:prstGeom>
        </p:spPr>
        <p:txBody>
          <a:bodyPr>
            <a:normAutofit/>
          </a:bodyPr>
          <a:lstStyle>
            <a:lvl1pPr algn="l" defTabSz="914400" rtl="0" eaLnBrk="1" latinLnBrk="0" hangingPunct="1">
              <a:lnSpc>
                <a:spcPct val="90000"/>
              </a:lnSpc>
              <a:spcBef>
                <a:spcPct val="0"/>
              </a:spcBef>
              <a:buNone/>
              <a:defRPr sz="4000" kern="1200" spc="-100" baseline="0">
                <a:solidFill>
                  <a:schemeClr val="tx1"/>
                </a:solidFill>
                <a:latin typeface="Batang" panose="02030600000101010101" pitchFamily="18" charset="-127"/>
                <a:ea typeface="Batang" panose="02030600000101010101" pitchFamily="18" charset="-127"/>
                <a:cs typeface="+mj-cs"/>
              </a:defRPr>
            </a:lvl1pPr>
          </a:lstStyle>
          <a:p>
            <a:r>
              <a:rPr lang="en-ZA" dirty="0" err="1"/>
              <a:t>GUI.xaml.cs</a:t>
            </a:r>
            <a:endParaRPr lang="en-ZA" dirty="0"/>
          </a:p>
        </p:txBody>
      </p:sp>
    </p:spTree>
    <p:extLst>
      <p:ext uri="{BB962C8B-B14F-4D97-AF65-F5344CB8AC3E}">
        <p14:creationId xmlns:p14="http://schemas.microsoft.com/office/powerpoint/2010/main" val="1872254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0A269E-533E-3F9B-BAEC-F1F20506BF54}"/>
              </a:ext>
            </a:extLst>
          </p:cNvPr>
          <p:cNvSpPr txBox="1"/>
          <p:nvPr/>
        </p:nvSpPr>
        <p:spPr>
          <a:xfrm>
            <a:off x="7086601" y="1112110"/>
            <a:ext cx="4631709" cy="1754326"/>
          </a:xfrm>
          <a:prstGeom prst="rect">
            <a:avLst/>
          </a:prstGeom>
          <a:noFill/>
        </p:spPr>
        <p:txBody>
          <a:bodyPr wrap="square" rtlCol="0">
            <a:spAutoFit/>
          </a:bodyPr>
          <a:lstStyle/>
          <a:p>
            <a:pPr algn="ctr"/>
            <a:r>
              <a:rPr lang="en-ZA" dirty="0"/>
              <a:t>This method comes from interaction with the GUI button. When pressed the message in the message box will be sent and displayed on the GUI with the following elements created for it and styles applied</a:t>
            </a:r>
          </a:p>
        </p:txBody>
      </p:sp>
      <p:cxnSp>
        <p:nvCxnSpPr>
          <p:cNvPr id="6" name="Straight Connector 5">
            <a:extLst>
              <a:ext uri="{FF2B5EF4-FFF2-40B4-BE49-F238E27FC236}">
                <a16:creationId xmlns:a16="http://schemas.microsoft.com/office/drawing/2014/main" id="{6FD8B4A4-9D80-44DB-C215-2DEFF4B6822C}"/>
              </a:ext>
            </a:extLst>
          </p:cNvPr>
          <p:cNvCxnSpPr>
            <a:cxnSpLocks/>
          </p:cNvCxnSpPr>
          <p:nvPr/>
        </p:nvCxnSpPr>
        <p:spPr>
          <a:xfrm flipV="1">
            <a:off x="7086601" y="716281"/>
            <a:ext cx="0" cy="5945776"/>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2A63C07-6043-3992-EDE2-927282473F7F}"/>
              </a:ext>
            </a:extLst>
          </p:cNvPr>
          <p:cNvCxnSpPr/>
          <p:nvPr/>
        </p:nvCxnSpPr>
        <p:spPr>
          <a:xfrm>
            <a:off x="396240" y="716281"/>
            <a:ext cx="11318240"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itle 1">
            <a:extLst>
              <a:ext uri="{FF2B5EF4-FFF2-40B4-BE49-F238E27FC236}">
                <a16:creationId xmlns:a16="http://schemas.microsoft.com/office/drawing/2014/main" id="{9FBC10F4-8139-287C-65ED-E86C278D9133}"/>
              </a:ext>
            </a:extLst>
          </p:cNvPr>
          <p:cNvSpPr txBox="1">
            <a:spLocks/>
          </p:cNvSpPr>
          <p:nvPr/>
        </p:nvSpPr>
        <p:spPr>
          <a:xfrm>
            <a:off x="4388736" y="101601"/>
            <a:ext cx="3434848" cy="772160"/>
          </a:xfrm>
          <a:prstGeom prst="rect">
            <a:avLst/>
          </a:prstGeom>
        </p:spPr>
        <p:txBody>
          <a:bodyPr>
            <a:normAutofit/>
          </a:bodyPr>
          <a:lstStyle>
            <a:lvl1pPr algn="l" defTabSz="914400" rtl="0" eaLnBrk="1" latinLnBrk="0" hangingPunct="1">
              <a:lnSpc>
                <a:spcPct val="90000"/>
              </a:lnSpc>
              <a:spcBef>
                <a:spcPct val="0"/>
              </a:spcBef>
              <a:buNone/>
              <a:defRPr sz="4000" kern="1200" spc="-100" baseline="0">
                <a:solidFill>
                  <a:schemeClr val="tx1"/>
                </a:solidFill>
                <a:latin typeface="Batang" panose="02030600000101010101" pitchFamily="18" charset="-127"/>
                <a:ea typeface="Batang" panose="02030600000101010101" pitchFamily="18" charset="-127"/>
                <a:cs typeface="+mj-cs"/>
              </a:defRPr>
            </a:lvl1pPr>
          </a:lstStyle>
          <a:p>
            <a:r>
              <a:rPr lang="en-ZA" dirty="0" err="1"/>
              <a:t>ButtonClick</a:t>
            </a:r>
            <a:r>
              <a:rPr lang="en-ZA" dirty="0"/>
              <a:t>()</a:t>
            </a:r>
          </a:p>
        </p:txBody>
      </p:sp>
      <p:pic>
        <p:nvPicPr>
          <p:cNvPr id="5" name="Picture 4">
            <a:extLst>
              <a:ext uri="{FF2B5EF4-FFF2-40B4-BE49-F238E27FC236}">
                <a16:creationId xmlns:a16="http://schemas.microsoft.com/office/drawing/2014/main" id="{6DA05B0E-EEFF-2F3F-26A5-EA8EBEF104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9854" y="1112110"/>
            <a:ext cx="6686933" cy="4719317"/>
          </a:xfrm>
          <a:prstGeom prst="rect">
            <a:avLst/>
          </a:prstGeom>
        </p:spPr>
      </p:pic>
    </p:spTree>
    <p:extLst>
      <p:ext uri="{BB962C8B-B14F-4D97-AF65-F5344CB8AC3E}">
        <p14:creationId xmlns:p14="http://schemas.microsoft.com/office/powerpoint/2010/main" val="3211371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0B793-A4C8-3EF3-51A1-A4A378A553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B9D561-0D9B-4C47-CBAD-BEC2AAF622F4}"/>
              </a:ext>
            </a:extLst>
          </p:cNvPr>
          <p:cNvSpPr txBox="1"/>
          <p:nvPr/>
        </p:nvSpPr>
        <p:spPr>
          <a:xfrm>
            <a:off x="274320" y="1264923"/>
            <a:ext cx="4631709" cy="2031325"/>
          </a:xfrm>
          <a:prstGeom prst="rect">
            <a:avLst/>
          </a:prstGeom>
          <a:noFill/>
        </p:spPr>
        <p:txBody>
          <a:bodyPr wrap="square" rtlCol="0">
            <a:spAutoFit/>
          </a:bodyPr>
          <a:lstStyle/>
          <a:p>
            <a:pPr algn="ctr"/>
            <a:r>
              <a:rPr lang="en-ZA" dirty="0" err="1"/>
              <a:t>RunConversationAsync</a:t>
            </a:r>
            <a:r>
              <a:rPr lang="en-ZA" dirty="0"/>
              <a:t> is an asynchronous function which serves to keep the program running without blocking code. It along with </a:t>
            </a:r>
            <a:r>
              <a:rPr lang="en-ZA" dirty="0" err="1"/>
              <a:t>AskAsync</a:t>
            </a:r>
            <a:r>
              <a:rPr lang="en-ZA" dirty="0"/>
              <a:t> will wait for the user to give input without stopping the rest of the code from running. </a:t>
            </a:r>
            <a:r>
              <a:rPr lang="en-ZA" dirty="0" err="1"/>
              <a:t>Msgs</a:t>
            </a:r>
            <a:r>
              <a:rPr lang="en-ZA" dirty="0"/>
              <a:t> has a getter and a setter to hold and return sent message</a:t>
            </a:r>
          </a:p>
        </p:txBody>
      </p:sp>
      <p:cxnSp>
        <p:nvCxnSpPr>
          <p:cNvPr id="6" name="Straight Connector 5">
            <a:extLst>
              <a:ext uri="{FF2B5EF4-FFF2-40B4-BE49-F238E27FC236}">
                <a16:creationId xmlns:a16="http://schemas.microsoft.com/office/drawing/2014/main" id="{8F15E0AA-B683-BBDB-B261-F520389356FB}"/>
              </a:ext>
            </a:extLst>
          </p:cNvPr>
          <p:cNvCxnSpPr>
            <a:cxnSpLocks/>
          </p:cNvCxnSpPr>
          <p:nvPr/>
        </p:nvCxnSpPr>
        <p:spPr>
          <a:xfrm flipV="1">
            <a:off x="4931229" y="716281"/>
            <a:ext cx="0" cy="5945776"/>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5C0A989-9252-D0ED-92D9-EA2CE1EAA714}"/>
              </a:ext>
            </a:extLst>
          </p:cNvPr>
          <p:cNvCxnSpPr/>
          <p:nvPr/>
        </p:nvCxnSpPr>
        <p:spPr>
          <a:xfrm>
            <a:off x="396240" y="716281"/>
            <a:ext cx="11318240"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itle 1">
            <a:extLst>
              <a:ext uri="{FF2B5EF4-FFF2-40B4-BE49-F238E27FC236}">
                <a16:creationId xmlns:a16="http://schemas.microsoft.com/office/drawing/2014/main" id="{0826B056-8DD1-D14C-1658-A15BB6F4263D}"/>
              </a:ext>
            </a:extLst>
          </p:cNvPr>
          <p:cNvSpPr txBox="1">
            <a:spLocks/>
          </p:cNvSpPr>
          <p:nvPr/>
        </p:nvSpPr>
        <p:spPr>
          <a:xfrm>
            <a:off x="2044869" y="36286"/>
            <a:ext cx="7719615" cy="772160"/>
          </a:xfrm>
          <a:prstGeom prst="rect">
            <a:avLst/>
          </a:prstGeom>
        </p:spPr>
        <p:txBody>
          <a:bodyPr>
            <a:normAutofit fontScale="92500"/>
          </a:bodyPr>
          <a:lstStyle>
            <a:lvl1pPr algn="l" defTabSz="914400" rtl="0" eaLnBrk="1" latinLnBrk="0" hangingPunct="1">
              <a:lnSpc>
                <a:spcPct val="90000"/>
              </a:lnSpc>
              <a:spcBef>
                <a:spcPct val="0"/>
              </a:spcBef>
              <a:buNone/>
              <a:defRPr sz="4000" kern="1200" spc="-100" baseline="0">
                <a:solidFill>
                  <a:schemeClr val="tx1"/>
                </a:solidFill>
                <a:latin typeface="Batang" panose="02030600000101010101" pitchFamily="18" charset="-127"/>
                <a:ea typeface="Batang" panose="02030600000101010101" pitchFamily="18" charset="-127"/>
                <a:cs typeface="+mj-cs"/>
              </a:defRPr>
            </a:lvl1pPr>
          </a:lstStyle>
          <a:p>
            <a:r>
              <a:rPr lang="en-ZA" dirty="0" err="1"/>
              <a:t>RunConversationAsync</a:t>
            </a:r>
            <a:r>
              <a:rPr lang="en-ZA" dirty="0"/>
              <a:t>() and more</a:t>
            </a:r>
          </a:p>
        </p:txBody>
      </p:sp>
      <p:pic>
        <p:nvPicPr>
          <p:cNvPr id="3" name="Picture 2">
            <a:extLst>
              <a:ext uri="{FF2B5EF4-FFF2-40B4-BE49-F238E27FC236}">
                <a16:creationId xmlns:a16="http://schemas.microsoft.com/office/drawing/2014/main" id="{6008FC8E-5A00-0503-3E9B-B9A4323039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82582" y="829045"/>
            <a:ext cx="6768729" cy="5539096"/>
          </a:xfrm>
          <a:prstGeom prst="rect">
            <a:avLst/>
          </a:prstGeom>
        </p:spPr>
      </p:pic>
    </p:spTree>
    <p:extLst>
      <p:ext uri="{BB962C8B-B14F-4D97-AF65-F5344CB8AC3E}">
        <p14:creationId xmlns:p14="http://schemas.microsoft.com/office/powerpoint/2010/main" val="1889029223"/>
      </p:ext>
    </p:extLst>
  </p:cSld>
  <p:clrMapOvr>
    <a:masterClrMapping/>
  </p:clrMapOvr>
</p:sld>
</file>

<file path=ppt/theme/theme1.xml><?xml version="1.0" encoding="utf-8"?>
<a:theme xmlns:a="http://schemas.openxmlformats.org/drawingml/2006/main" name="AlignmentVTI">
  <a:themeElements>
    <a:clrScheme name="Alignment">
      <a:dk1>
        <a:sysClr val="windowText" lastClr="000000"/>
      </a:dk1>
      <a:lt1>
        <a:sysClr val="window" lastClr="FFFFFF"/>
      </a:lt1>
      <a:dk2>
        <a:srgbClr val="3B3D38"/>
      </a:dk2>
      <a:lt2>
        <a:srgbClr val="F7F2EE"/>
      </a:lt2>
      <a:accent1>
        <a:srgbClr val="928A63"/>
      </a:accent1>
      <a:accent2>
        <a:srgbClr val="B57B6B"/>
      </a:accent2>
      <a:accent3>
        <a:srgbClr val="9E8484"/>
      </a:accent3>
      <a:accent4>
        <a:srgbClr val="7C8A75"/>
      </a:accent4>
      <a:accent5>
        <a:srgbClr val="8C8578"/>
      </a:accent5>
      <a:accent6>
        <a:srgbClr val="A18563"/>
      </a:accent6>
      <a:hlink>
        <a:srgbClr val="B57B6B"/>
      </a:hlink>
      <a:folHlink>
        <a:srgbClr val="7C8A75"/>
      </a:folHlink>
    </a:clrScheme>
    <a:fontScheme name="Custom 1">
      <a:majorFont>
        <a:latin typeface="Batang"/>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lignmentVTI" id="{606D7720-FAA0-4ADC-B967-3239DA8ECA1A}" vid="{10074623-6FCC-4A3C-AAA5-58644BD8FF19}"/>
    </a:ext>
  </a:extLst>
</a:theme>
</file>

<file path=docProps/app.xml><?xml version="1.0" encoding="utf-8"?>
<Properties xmlns="http://schemas.openxmlformats.org/officeDocument/2006/extended-properties" xmlns:vt="http://schemas.openxmlformats.org/officeDocument/2006/docPropsVTypes">
  <Template/>
  <TotalTime>334</TotalTime>
  <Words>266</Words>
  <Application>Microsoft Office PowerPoint</Application>
  <PresentationFormat>Widescreen</PresentationFormat>
  <Paragraphs>27</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Batang</vt:lpstr>
      <vt:lpstr>Arial</vt:lpstr>
      <vt:lpstr>Avenir Next LT Pro Light</vt:lpstr>
      <vt:lpstr>AlignmentVTI</vt:lpstr>
      <vt:lpstr>PROG POE PART 2</vt:lpstr>
      <vt:lpstr>New Classes and Methods: </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Philasande Mkhize</dc:creator>
  <cp:lastModifiedBy>Philasande Mkhize</cp:lastModifiedBy>
  <cp:revision>4</cp:revision>
  <dcterms:created xsi:type="dcterms:W3CDTF">2026-04-13T12:50:35Z</dcterms:created>
  <dcterms:modified xsi:type="dcterms:W3CDTF">2026-05-29T20:37:14Z</dcterms:modified>
</cp:coreProperties>
</file>