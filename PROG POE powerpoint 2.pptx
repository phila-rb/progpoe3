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64" r:id="rId4"/>
    <p:sldId id="258" r:id="rId5"/>
    <p:sldId id="265" r:id="rId6"/>
    <p:sldId id="261" r:id="rId7"/>
    <p:sldId id="266" r:id="rId8"/>
    <p:sldId id="263"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7" d="100"/>
          <a:sy n="47" d="100"/>
        </p:scale>
        <p:origin x="10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473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195986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4191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20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6768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14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147227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98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21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2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93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5/29/2026</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8452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FD0F0B6-5415-4254-9E66-BE9C2FB0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81FE1F-6A62-3439-4B04-E96DD44C0768}"/>
              </a:ext>
            </a:extLst>
          </p:cNvPr>
          <p:cNvSpPr>
            <a:spLocks noGrp="1"/>
          </p:cNvSpPr>
          <p:nvPr>
            <p:ph type="ctrTitle"/>
          </p:nvPr>
        </p:nvSpPr>
        <p:spPr>
          <a:xfrm>
            <a:off x="521208" y="822960"/>
            <a:ext cx="3463784" cy="3454604"/>
          </a:xfrm>
        </p:spPr>
        <p:txBody>
          <a:bodyPr>
            <a:normAutofit/>
          </a:bodyPr>
          <a:lstStyle/>
          <a:p>
            <a:r>
              <a:rPr lang="en-ZA" dirty="0"/>
              <a:t>PROG POE</a:t>
            </a:r>
            <a:br>
              <a:rPr lang="en-ZA" dirty="0"/>
            </a:br>
            <a:r>
              <a:rPr lang="en-ZA" dirty="0"/>
              <a:t>PART 2</a:t>
            </a:r>
          </a:p>
        </p:txBody>
      </p:sp>
      <p:sp>
        <p:nvSpPr>
          <p:cNvPr id="3" name="Subtitle 2">
            <a:extLst>
              <a:ext uri="{FF2B5EF4-FFF2-40B4-BE49-F238E27FC236}">
                <a16:creationId xmlns:a16="http://schemas.microsoft.com/office/drawing/2014/main" id="{B03915ED-3C5E-3D57-F728-AFD525D19A51}"/>
              </a:ext>
            </a:extLst>
          </p:cNvPr>
          <p:cNvSpPr>
            <a:spLocks noGrp="1"/>
          </p:cNvSpPr>
          <p:nvPr>
            <p:ph type="subTitle" idx="1"/>
          </p:nvPr>
        </p:nvSpPr>
        <p:spPr>
          <a:xfrm>
            <a:off x="539496" y="4446150"/>
            <a:ext cx="3474600" cy="1457405"/>
          </a:xfrm>
        </p:spPr>
        <p:txBody>
          <a:bodyPr>
            <a:normAutofit/>
          </a:bodyPr>
          <a:lstStyle/>
          <a:p>
            <a:r>
              <a:rPr lang="en-ZA" dirty="0"/>
              <a:t>By: Philasande Mkhize</a:t>
            </a:r>
          </a:p>
          <a:p>
            <a:r>
              <a:rPr lang="en-ZA" dirty="0"/>
              <a:t>	st10486606</a:t>
            </a:r>
          </a:p>
        </p:txBody>
      </p:sp>
      <p:cxnSp>
        <p:nvCxnSpPr>
          <p:cNvPr id="18" name="Straight Connector 17">
            <a:extLst>
              <a:ext uri="{FF2B5EF4-FFF2-40B4-BE49-F238E27FC236}">
                <a16:creationId xmlns:a16="http://schemas.microsoft.com/office/drawing/2014/main" id="{8D66FEA8-8B71-461B-95A4-855374AB4C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19600"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A4B168A-A51F-4C91-A9E4-A2F203CB9D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0689"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DA6024C-D89F-47D0-37E9-E66BE40FD407}"/>
              </a:ext>
            </a:extLst>
          </p:cNvPr>
          <p:cNvPicPr>
            <a:picLocks noChangeAspect="1"/>
          </p:cNvPicPr>
          <p:nvPr/>
        </p:nvPicPr>
        <p:blipFill>
          <a:blip r:embed="rId2"/>
          <a:srcRect l="3456" r="3455" b="-1"/>
          <a:stretch>
            <a:fillRect/>
          </a:stretch>
        </p:blipFill>
        <p:spPr>
          <a:xfrm>
            <a:off x="4699947" y="852351"/>
            <a:ext cx="6920549" cy="5148368"/>
          </a:xfrm>
          <a:prstGeom prst="rect">
            <a:avLst/>
          </a:prstGeom>
        </p:spPr>
      </p:pic>
      <p:cxnSp>
        <p:nvCxnSpPr>
          <p:cNvPr id="22" name="Straight Connector 21">
            <a:extLst>
              <a:ext uri="{FF2B5EF4-FFF2-40B4-BE49-F238E27FC236}">
                <a16:creationId xmlns:a16="http://schemas.microsoft.com/office/drawing/2014/main" id="{A5407E01-913B-484C-A03C-2C64028471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6286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1387DF-3683-E55F-CC5A-E870825E8C77}"/>
              </a:ext>
            </a:extLst>
          </p:cNvPr>
          <p:cNvSpPr txBox="1"/>
          <p:nvPr/>
        </p:nvSpPr>
        <p:spPr>
          <a:xfrm>
            <a:off x="6582783" y="2736503"/>
            <a:ext cx="3548977" cy="1200329"/>
          </a:xfrm>
          <a:prstGeom prst="rect">
            <a:avLst/>
          </a:prstGeom>
          <a:noFill/>
        </p:spPr>
        <p:txBody>
          <a:bodyPr wrap="square" rtlCol="0">
            <a:spAutoFit/>
          </a:bodyPr>
          <a:lstStyle/>
          <a:p>
            <a:pPr algn="ctr"/>
            <a:r>
              <a:rPr lang="en-ZA" sz="2400" b="1" dirty="0"/>
              <a:t>How to upgrade your chat Bot with GUI and more</a:t>
            </a:r>
          </a:p>
        </p:txBody>
      </p:sp>
    </p:spTree>
    <p:extLst>
      <p:ext uri="{BB962C8B-B14F-4D97-AF65-F5344CB8AC3E}">
        <p14:creationId xmlns:p14="http://schemas.microsoft.com/office/powerpoint/2010/main" val="3625539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59C3-771D-86EB-C117-E8917F4EA044}"/>
              </a:ext>
            </a:extLst>
          </p:cNvPr>
          <p:cNvSpPr>
            <a:spLocks noGrp="1"/>
          </p:cNvSpPr>
          <p:nvPr>
            <p:ph type="ctrTitle"/>
          </p:nvPr>
        </p:nvSpPr>
        <p:spPr>
          <a:xfrm>
            <a:off x="571501" y="822960"/>
            <a:ext cx="6537222" cy="5015169"/>
          </a:xfrm>
        </p:spPr>
        <p:txBody>
          <a:bodyPr/>
          <a:lstStyle/>
          <a:p>
            <a:r>
              <a:rPr lang="en-ZA" dirty="0"/>
              <a:t>New Classes and Methods:</a:t>
            </a:r>
            <a:br>
              <a:rPr lang="en-ZA" dirty="0"/>
            </a:br>
            <a:endParaRPr lang="en-ZA" dirty="0"/>
          </a:p>
        </p:txBody>
      </p:sp>
      <p:sp>
        <p:nvSpPr>
          <p:cNvPr id="8" name="TextBox 7">
            <a:extLst>
              <a:ext uri="{FF2B5EF4-FFF2-40B4-BE49-F238E27FC236}">
                <a16:creationId xmlns:a16="http://schemas.microsoft.com/office/drawing/2014/main" id="{0A2AE837-125C-0D14-389C-7824488A48F1}"/>
              </a:ext>
            </a:extLst>
          </p:cNvPr>
          <p:cNvSpPr txBox="1"/>
          <p:nvPr/>
        </p:nvSpPr>
        <p:spPr>
          <a:xfrm>
            <a:off x="1896704" y="2470630"/>
            <a:ext cx="5761395" cy="3693319"/>
          </a:xfrm>
          <a:prstGeom prst="rect">
            <a:avLst/>
          </a:prstGeom>
          <a:noFill/>
        </p:spPr>
        <p:txBody>
          <a:bodyPr wrap="square" rtlCol="0">
            <a:spAutoFit/>
          </a:bodyPr>
          <a:lstStyle/>
          <a:p>
            <a:pPr marL="342900" indent="-342900">
              <a:buAutoNum type="arabicPeriod"/>
            </a:pPr>
            <a:r>
              <a:rPr lang="en-ZA" dirty="0"/>
              <a:t>PROGRAM</a:t>
            </a:r>
            <a:br>
              <a:rPr lang="en-ZA" dirty="0"/>
            </a:br>
            <a:r>
              <a:rPr lang="en-ZA" dirty="0"/>
              <a:t>	METHODS:</a:t>
            </a:r>
          </a:p>
          <a:p>
            <a:pPr marL="1714500" lvl="3" indent="-342900">
              <a:buAutoNum type="arabicPeriod"/>
            </a:pPr>
            <a:r>
              <a:rPr lang="en-ZA" dirty="0"/>
              <a:t>BOTSPEAK</a:t>
            </a:r>
          </a:p>
          <a:p>
            <a:pPr marL="342900" indent="-342900">
              <a:buAutoNum type="arabicPeriod"/>
            </a:pPr>
            <a:r>
              <a:rPr lang="en-ZA" dirty="0" err="1"/>
              <a:t>GUI.xaml</a:t>
            </a:r>
            <a:endParaRPr lang="en-ZA" dirty="0"/>
          </a:p>
          <a:p>
            <a:pPr marL="342900" indent="-342900">
              <a:buAutoNum type="arabicPeriod"/>
            </a:pPr>
            <a:endParaRPr lang="en-ZA" dirty="0"/>
          </a:p>
          <a:p>
            <a:pPr marL="342900" indent="-342900">
              <a:buAutoNum type="arabicPeriod"/>
            </a:pPr>
            <a:r>
              <a:rPr lang="en-ZA" dirty="0" err="1"/>
              <a:t>GUI.xaml.cs</a:t>
            </a:r>
            <a:endParaRPr lang="en-ZA" dirty="0"/>
          </a:p>
          <a:p>
            <a:pPr lvl="2"/>
            <a:r>
              <a:rPr lang="en-ZA" dirty="0"/>
              <a:t>METHODS:</a:t>
            </a:r>
          </a:p>
          <a:p>
            <a:pPr lvl="1"/>
            <a:r>
              <a:rPr lang="en-ZA" dirty="0"/>
              <a:t>	        1. BUTTONCLICK()</a:t>
            </a:r>
          </a:p>
          <a:p>
            <a:pPr lvl="1"/>
            <a:r>
              <a:rPr lang="en-ZA" dirty="0"/>
              <a:t>	        2. RUNCONVERSTIONASYNC()</a:t>
            </a:r>
          </a:p>
          <a:p>
            <a:pPr lvl="1"/>
            <a:r>
              <a:rPr lang="en-ZA" dirty="0"/>
              <a:t>	        3. ASKASYNC()</a:t>
            </a:r>
          </a:p>
          <a:p>
            <a:pPr lvl="1"/>
            <a:r>
              <a:rPr lang="en-ZA" dirty="0"/>
              <a:t>	        4. MSGS()</a:t>
            </a:r>
          </a:p>
          <a:p>
            <a:pPr lvl="2"/>
            <a:endParaRPr lang="en-ZA" dirty="0"/>
          </a:p>
          <a:p>
            <a:pPr lvl="2"/>
            <a:endParaRPr lang="en-ZA" dirty="0"/>
          </a:p>
        </p:txBody>
      </p:sp>
      <p:pic>
        <p:nvPicPr>
          <p:cNvPr id="9" name="Picture 8">
            <a:extLst>
              <a:ext uri="{FF2B5EF4-FFF2-40B4-BE49-F238E27FC236}">
                <a16:creationId xmlns:a16="http://schemas.microsoft.com/office/drawing/2014/main" id="{B27B3B83-0819-2030-BD22-78BD41EB1D1B}"/>
              </a:ext>
            </a:extLst>
          </p:cNvPr>
          <p:cNvPicPr>
            <a:picLocks noChangeAspect="1"/>
          </p:cNvPicPr>
          <p:nvPr/>
        </p:nvPicPr>
        <p:blipFill>
          <a:blip r:embed="rId2"/>
          <a:srcRect l="3456" r="3455" b="-1"/>
          <a:stretch>
            <a:fillRect/>
          </a:stretch>
        </p:blipFill>
        <p:spPr>
          <a:xfrm rot="16200000">
            <a:off x="7481806" y="1806536"/>
            <a:ext cx="4361902" cy="3244927"/>
          </a:xfrm>
          <a:prstGeom prst="rect">
            <a:avLst/>
          </a:prstGeom>
        </p:spPr>
      </p:pic>
    </p:spTree>
    <p:extLst>
      <p:ext uri="{BB962C8B-B14F-4D97-AF65-F5344CB8AC3E}">
        <p14:creationId xmlns:p14="http://schemas.microsoft.com/office/powerpoint/2010/main" val="2665716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150068E-E075-B91B-D15E-2101D9E73504}"/>
              </a:ext>
            </a:extLst>
          </p:cNvPr>
          <p:cNvSpPr txBox="1">
            <a:spLocks/>
          </p:cNvSpPr>
          <p:nvPr/>
        </p:nvSpPr>
        <p:spPr>
          <a:xfrm>
            <a:off x="4970974" y="3042920"/>
            <a:ext cx="2250052"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a:t>Program</a:t>
            </a:r>
          </a:p>
        </p:txBody>
      </p:sp>
    </p:spTree>
    <p:extLst>
      <p:ext uri="{BB962C8B-B14F-4D97-AF65-F5344CB8AC3E}">
        <p14:creationId xmlns:p14="http://schemas.microsoft.com/office/powerpoint/2010/main" val="91854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050B35C-C7CF-4832-740C-BD9D48A7B40D}"/>
              </a:ext>
            </a:extLst>
          </p:cNvPr>
          <p:cNvSpPr txBox="1"/>
          <p:nvPr/>
        </p:nvSpPr>
        <p:spPr>
          <a:xfrm>
            <a:off x="8018584" y="1016949"/>
            <a:ext cx="3781530" cy="1477328"/>
          </a:xfrm>
          <a:prstGeom prst="rect">
            <a:avLst/>
          </a:prstGeom>
          <a:noFill/>
        </p:spPr>
        <p:txBody>
          <a:bodyPr wrap="square" rtlCol="0">
            <a:spAutoFit/>
          </a:bodyPr>
          <a:lstStyle/>
          <a:p>
            <a:r>
              <a:rPr lang="en-ZA" dirty="0"/>
              <a:t>This method takes answers generated by the chat bot and displays them on the GUI for the user to see. It also speaks out the text that’s to the speak method </a:t>
            </a:r>
          </a:p>
        </p:txBody>
      </p:sp>
      <p:cxnSp>
        <p:nvCxnSpPr>
          <p:cNvPr id="14" name="Straight Connector 13">
            <a:extLst>
              <a:ext uri="{FF2B5EF4-FFF2-40B4-BE49-F238E27FC236}">
                <a16:creationId xmlns:a16="http://schemas.microsoft.com/office/drawing/2014/main" id="{757CBBD5-8CC6-0084-EB42-B9A4E5ECEDBE}"/>
              </a:ext>
            </a:extLst>
          </p:cNvPr>
          <p:cNvCxnSpPr/>
          <p:nvPr/>
        </p:nvCxnSpPr>
        <p:spPr>
          <a:xfrm>
            <a:off x="7717134" y="738107"/>
            <a:ext cx="0" cy="6410849"/>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DFDC9233-CFF8-00F8-A4EE-D16F8F70A358}"/>
              </a:ext>
            </a:extLst>
          </p:cNvPr>
          <p:cNvCxnSpPr>
            <a:cxnSpLocks/>
          </p:cNvCxnSpPr>
          <p:nvPr/>
        </p:nvCxnSpPr>
        <p:spPr>
          <a:xfrm>
            <a:off x="190918" y="738107"/>
            <a:ext cx="11719601"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4528A2AF-EF52-DD46-6AA9-E8EA42BF126E}"/>
              </a:ext>
            </a:extLst>
          </p:cNvPr>
          <p:cNvCxnSpPr/>
          <p:nvPr/>
        </p:nvCxnSpPr>
        <p:spPr>
          <a:xfrm>
            <a:off x="7717134" y="6341288"/>
            <a:ext cx="41734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AB84E37-7C5A-D726-9555-08BF3EF58D15}"/>
              </a:ext>
            </a:extLst>
          </p:cNvPr>
          <p:cNvCxnSpPr/>
          <p:nvPr/>
        </p:nvCxnSpPr>
        <p:spPr>
          <a:xfrm>
            <a:off x="11910519" y="738107"/>
            <a:ext cx="0" cy="6410849"/>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93FDC22A-A9C1-E708-E19D-D4FA4C279159}"/>
              </a:ext>
            </a:extLst>
          </p:cNvPr>
          <p:cNvCxnSpPr>
            <a:cxnSpLocks/>
          </p:cNvCxnSpPr>
          <p:nvPr/>
        </p:nvCxnSpPr>
        <p:spPr>
          <a:xfrm>
            <a:off x="190918" y="7148956"/>
            <a:ext cx="11699632"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22D64270-5C35-CF1F-CEB7-BAB6D932B235}"/>
              </a:ext>
            </a:extLst>
          </p:cNvPr>
          <p:cNvSpPr txBox="1">
            <a:spLocks/>
          </p:cNvSpPr>
          <p:nvPr/>
        </p:nvSpPr>
        <p:spPr>
          <a:xfrm>
            <a:off x="4935096" y="184110"/>
            <a:ext cx="3083488" cy="528319"/>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BotSpeak</a:t>
            </a:r>
            <a:r>
              <a:rPr lang="en-ZA" dirty="0"/>
              <a:t>()</a:t>
            </a:r>
          </a:p>
        </p:txBody>
      </p:sp>
      <p:pic>
        <p:nvPicPr>
          <p:cNvPr id="3" name="Picture 2">
            <a:extLst>
              <a:ext uri="{FF2B5EF4-FFF2-40B4-BE49-F238E27FC236}">
                <a16:creationId xmlns:a16="http://schemas.microsoft.com/office/drawing/2014/main" id="{1368A05A-88C0-5EB6-606D-DB5402D9FE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641" y="1016949"/>
            <a:ext cx="6309493" cy="4877663"/>
          </a:xfrm>
          <a:prstGeom prst="rect">
            <a:avLst/>
          </a:prstGeom>
        </p:spPr>
      </p:pic>
    </p:spTree>
    <p:extLst>
      <p:ext uri="{BB962C8B-B14F-4D97-AF65-F5344CB8AC3E}">
        <p14:creationId xmlns:p14="http://schemas.microsoft.com/office/powerpoint/2010/main" val="387631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D817FB0-2B32-EF8A-B066-771B1BE68106}"/>
              </a:ext>
            </a:extLst>
          </p:cNvPr>
          <p:cNvSpPr txBox="1">
            <a:spLocks/>
          </p:cNvSpPr>
          <p:nvPr/>
        </p:nvSpPr>
        <p:spPr>
          <a:xfrm>
            <a:off x="4970974" y="3042920"/>
            <a:ext cx="2791266"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GUI.xaml</a:t>
            </a:r>
            <a:endParaRPr lang="en-ZA" dirty="0"/>
          </a:p>
        </p:txBody>
      </p:sp>
    </p:spTree>
    <p:extLst>
      <p:ext uri="{BB962C8B-B14F-4D97-AF65-F5344CB8AC3E}">
        <p14:creationId xmlns:p14="http://schemas.microsoft.com/office/powerpoint/2010/main" val="2661215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6C8495-EC23-B760-EE5E-7D8632D17E9B}"/>
              </a:ext>
            </a:extLst>
          </p:cNvPr>
          <p:cNvSpPr txBox="1"/>
          <p:nvPr/>
        </p:nvSpPr>
        <p:spPr>
          <a:xfrm>
            <a:off x="819945" y="1042351"/>
            <a:ext cx="3466681" cy="2585323"/>
          </a:xfrm>
          <a:prstGeom prst="rect">
            <a:avLst/>
          </a:prstGeom>
          <a:noFill/>
        </p:spPr>
        <p:txBody>
          <a:bodyPr wrap="square" rtlCol="0">
            <a:spAutoFit/>
          </a:bodyPr>
          <a:lstStyle/>
          <a:p>
            <a:r>
              <a:rPr lang="en-ZA" dirty="0"/>
              <a:t>The GUI.XAML file is the blueprint of our applications UI. </a:t>
            </a:r>
            <a:r>
              <a:rPr lang="en-US" dirty="0"/>
              <a:t>to act as the declarative blueprint for your application's user interface (UI). It allows us to visually layout windows, buttons, text boxes, and graphics without writing any code.</a:t>
            </a:r>
            <a:endParaRPr lang="en-ZA" dirty="0"/>
          </a:p>
        </p:txBody>
      </p:sp>
      <p:cxnSp>
        <p:nvCxnSpPr>
          <p:cNvPr id="8" name="Straight Connector 7">
            <a:extLst>
              <a:ext uri="{FF2B5EF4-FFF2-40B4-BE49-F238E27FC236}">
                <a16:creationId xmlns:a16="http://schemas.microsoft.com/office/drawing/2014/main" id="{93FFC875-717B-ECEE-DE27-A10FF3ABDEB5}"/>
              </a:ext>
            </a:extLst>
          </p:cNvPr>
          <p:cNvCxnSpPr>
            <a:cxnSpLocks/>
          </p:cNvCxnSpPr>
          <p:nvPr/>
        </p:nvCxnSpPr>
        <p:spPr>
          <a:xfrm>
            <a:off x="4286626" y="762000"/>
            <a:ext cx="0" cy="6258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000DB6-E842-F8DA-C195-4589BFF9128C}"/>
              </a:ext>
            </a:extLst>
          </p:cNvPr>
          <p:cNvCxnSpPr/>
          <p:nvPr/>
        </p:nvCxnSpPr>
        <p:spPr>
          <a:xfrm>
            <a:off x="223520" y="762000"/>
            <a:ext cx="1187704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05A7BBFF-8110-7254-4504-6F95058363E2}"/>
              </a:ext>
            </a:extLst>
          </p:cNvPr>
          <p:cNvSpPr txBox="1">
            <a:spLocks/>
          </p:cNvSpPr>
          <p:nvPr/>
        </p:nvSpPr>
        <p:spPr>
          <a:xfrm>
            <a:off x="4691723" y="117790"/>
            <a:ext cx="3334676"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GUI.xaml</a:t>
            </a:r>
            <a:endParaRPr lang="en-ZA" dirty="0"/>
          </a:p>
        </p:txBody>
      </p:sp>
      <p:pic>
        <p:nvPicPr>
          <p:cNvPr id="3" name="Picture 2">
            <a:extLst>
              <a:ext uri="{FF2B5EF4-FFF2-40B4-BE49-F238E27FC236}">
                <a16:creationId xmlns:a16="http://schemas.microsoft.com/office/drawing/2014/main" id="{69797402-CB35-5C9E-E1D2-238896834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6317" y="1131348"/>
            <a:ext cx="7704243" cy="4595303"/>
          </a:xfrm>
          <a:prstGeom prst="rect">
            <a:avLst/>
          </a:prstGeom>
        </p:spPr>
      </p:pic>
    </p:spTree>
    <p:extLst>
      <p:ext uri="{BB962C8B-B14F-4D97-AF65-F5344CB8AC3E}">
        <p14:creationId xmlns:p14="http://schemas.microsoft.com/office/powerpoint/2010/main" val="2804003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93C23-0044-8D36-58A5-8DF03A10DFCA}"/>
              </a:ext>
            </a:extLst>
          </p:cNvPr>
          <p:cNvSpPr txBox="1">
            <a:spLocks/>
          </p:cNvSpPr>
          <p:nvPr/>
        </p:nvSpPr>
        <p:spPr>
          <a:xfrm>
            <a:off x="4232323" y="3124200"/>
            <a:ext cx="3727353"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GUI.xaml.cs</a:t>
            </a:r>
            <a:endParaRPr lang="en-ZA" dirty="0"/>
          </a:p>
        </p:txBody>
      </p:sp>
    </p:spTree>
    <p:extLst>
      <p:ext uri="{BB962C8B-B14F-4D97-AF65-F5344CB8AC3E}">
        <p14:creationId xmlns:p14="http://schemas.microsoft.com/office/powerpoint/2010/main" val="1872254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0A269E-533E-3F9B-BAEC-F1F20506BF54}"/>
              </a:ext>
            </a:extLst>
          </p:cNvPr>
          <p:cNvSpPr txBox="1"/>
          <p:nvPr/>
        </p:nvSpPr>
        <p:spPr>
          <a:xfrm>
            <a:off x="7086601" y="1112110"/>
            <a:ext cx="4631709" cy="1754326"/>
          </a:xfrm>
          <a:prstGeom prst="rect">
            <a:avLst/>
          </a:prstGeom>
          <a:noFill/>
        </p:spPr>
        <p:txBody>
          <a:bodyPr wrap="square" rtlCol="0">
            <a:spAutoFit/>
          </a:bodyPr>
          <a:lstStyle/>
          <a:p>
            <a:pPr algn="ctr"/>
            <a:r>
              <a:rPr lang="en-ZA" dirty="0"/>
              <a:t>This method comes from interaction with the GUI button. When pressed the message in the message box will be sent and displayed on the GUI with the following elements created for it and styles applied</a:t>
            </a:r>
          </a:p>
        </p:txBody>
      </p:sp>
      <p:cxnSp>
        <p:nvCxnSpPr>
          <p:cNvPr id="6" name="Straight Connector 5">
            <a:extLst>
              <a:ext uri="{FF2B5EF4-FFF2-40B4-BE49-F238E27FC236}">
                <a16:creationId xmlns:a16="http://schemas.microsoft.com/office/drawing/2014/main" id="{6FD8B4A4-9D80-44DB-C215-2DEFF4B6822C}"/>
              </a:ext>
            </a:extLst>
          </p:cNvPr>
          <p:cNvCxnSpPr>
            <a:cxnSpLocks/>
          </p:cNvCxnSpPr>
          <p:nvPr/>
        </p:nvCxnSpPr>
        <p:spPr>
          <a:xfrm flipV="1">
            <a:off x="7086601" y="716281"/>
            <a:ext cx="0" cy="594577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2A63C07-6043-3992-EDE2-927282473F7F}"/>
              </a:ext>
            </a:extLst>
          </p:cNvPr>
          <p:cNvCxnSpPr/>
          <p:nvPr/>
        </p:nvCxnSpPr>
        <p:spPr>
          <a:xfrm>
            <a:off x="396240" y="716281"/>
            <a:ext cx="113182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9FBC10F4-8139-287C-65ED-E86C278D9133}"/>
              </a:ext>
            </a:extLst>
          </p:cNvPr>
          <p:cNvSpPr txBox="1">
            <a:spLocks/>
          </p:cNvSpPr>
          <p:nvPr/>
        </p:nvSpPr>
        <p:spPr>
          <a:xfrm>
            <a:off x="4388736" y="101601"/>
            <a:ext cx="3434848" cy="772160"/>
          </a:xfrm>
          <a:prstGeom prst="rect">
            <a:avLst/>
          </a:prstGeom>
        </p:spPr>
        <p:txBody>
          <a:bodyPr>
            <a:normAutofit/>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ButtonClick</a:t>
            </a:r>
            <a:r>
              <a:rPr lang="en-ZA" dirty="0"/>
              <a:t>()</a:t>
            </a:r>
          </a:p>
        </p:txBody>
      </p:sp>
      <p:pic>
        <p:nvPicPr>
          <p:cNvPr id="5" name="Picture 4">
            <a:extLst>
              <a:ext uri="{FF2B5EF4-FFF2-40B4-BE49-F238E27FC236}">
                <a16:creationId xmlns:a16="http://schemas.microsoft.com/office/drawing/2014/main" id="{6DA05B0E-EEFF-2F3F-26A5-EA8EBEF10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54" y="1112110"/>
            <a:ext cx="6686933" cy="4719317"/>
          </a:xfrm>
          <a:prstGeom prst="rect">
            <a:avLst/>
          </a:prstGeom>
        </p:spPr>
      </p:pic>
    </p:spTree>
    <p:extLst>
      <p:ext uri="{BB962C8B-B14F-4D97-AF65-F5344CB8AC3E}">
        <p14:creationId xmlns:p14="http://schemas.microsoft.com/office/powerpoint/2010/main" val="3211371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0B793-A4C8-3EF3-51A1-A4A378A553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B9D561-0D9B-4C47-CBAD-BEC2AAF622F4}"/>
              </a:ext>
            </a:extLst>
          </p:cNvPr>
          <p:cNvSpPr txBox="1"/>
          <p:nvPr/>
        </p:nvSpPr>
        <p:spPr>
          <a:xfrm>
            <a:off x="274320" y="1264923"/>
            <a:ext cx="4631709" cy="2031325"/>
          </a:xfrm>
          <a:prstGeom prst="rect">
            <a:avLst/>
          </a:prstGeom>
          <a:noFill/>
        </p:spPr>
        <p:txBody>
          <a:bodyPr wrap="square" rtlCol="0">
            <a:spAutoFit/>
          </a:bodyPr>
          <a:lstStyle/>
          <a:p>
            <a:pPr algn="ctr"/>
            <a:r>
              <a:rPr lang="en-ZA" dirty="0" err="1"/>
              <a:t>RunConversationAsync</a:t>
            </a:r>
            <a:r>
              <a:rPr lang="en-ZA" dirty="0"/>
              <a:t> is an asynchronous function which serves to keep the program running without blocking code. It along with </a:t>
            </a:r>
            <a:r>
              <a:rPr lang="en-ZA" dirty="0" err="1"/>
              <a:t>AskAsync</a:t>
            </a:r>
            <a:r>
              <a:rPr lang="en-ZA" dirty="0"/>
              <a:t> will wait for the user to give input without stopping the rest of the code from running. </a:t>
            </a:r>
            <a:r>
              <a:rPr lang="en-ZA" dirty="0" err="1"/>
              <a:t>Msgs</a:t>
            </a:r>
            <a:r>
              <a:rPr lang="en-ZA" dirty="0"/>
              <a:t> has a getter and a setter to hold and return sent message</a:t>
            </a:r>
          </a:p>
        </p:txBody>
      </p:sp>
      <p:cxnSp>
        <p:nvCxnSpPr>
          <p:cNvPr id="6" name="Straight Connector 5">
            <a:extLst>
              <a:ext uri="{FF2B5EF4-FFF2-40B4-BE49-F238E27FC236}">
                <a16:creationId xmlns:a16="http://schemas.microsoft.com/office/drawing/2014/main" id="{8F15E0AA-B683-BBDB-B261-F520389356FB}"/>
              </a:ext>
            </a:extLst>
          </p:cNvPr>
          <p:cNvCxnSpPr>
            <a:cxnSpLocks/>
          </p:cNvCxnSpPr>
          <p:nvPr/>
        </p:nvCxnSpPr>
        <p:spPr>
          <a:xfrm flipV="1">
            <a:off x="4931229" y="716281"/>
            <a:ext cx="0" cy="5945776"/>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C0A989-9252-D0ED-92D9-EA2CE1EAA714}"/>
              </a:ext>
            </a:extLst>
          </p:cNvPr>
          <p:cNvCxnSpPr/>
          <p:nvPr/>
        </p:nvCxnSpPr>
        <p:spPr>
          <a:xfrm>
            <a:off x="396240" y="716281"/>
            <a:ext cx="113182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826B056-8DD1-D14C-1658-A15BB6F4263D}"/>
              </a:ext>
            </a:extLst>
          </p:cNvPr>
          <p:cNvSpPr txBox="1">
            <a:spLocks/>
          </p:cNvSpPr>
          <p:nvPr/>
        </p:nvSpPr>
        <p:spPr>
          <a:xfrm>
            <a:off x="2044869" y="36286"/>
            <a:ext cx="7719615" cy="772160"/>
          </a:xfrm>
          <a:prstGeom prst="rect">
            <a:avLst/>
          </a:prstGeom>
        </p:spPr>
        <p:txBody>
          <a:bodyPr>
            <a:normAutofit fontScale="92500"/>
          </a:bodyPr>
          <a:lst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a:lstStyle>
          <a:p>
            <a:r>
              <a:rPr lang="en-ZA" dirty="0" err="1"/>
              <a:t>RunConversationAsync</a:t>
            </a:r>
            <a:r>
              <a:rPr lang="en-ZA" dirty="0"/>
              <a:t>() and more</a:t>
            </a:r>
          </a:p>
        </p:txBody>
      </p:sp>
      <p:pic>
        <p:nvPicPr>
          <p:cNvPr id="3" name="Picture 2">
            <a:extLst>
              <a:ext uri="{FF2B5EF4-FFF2-40B4-BE49-F238E27FC236}">
                <a16:creationId xmlns:a16="http://schemas.microsoft.com/office/drawing/2014/main" id="{6008FC8E-5A00-0503-3E9B-B9A432303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2582" y="829045"/>
            <a:ext cx="6768729" cy="5539096"/>
          </a:xfrm>
          <a:prstGeom prst="rect">
            <a:avLst/>
          </a:prstGeom>
        </p:spPr>
      </p:pic>
    </p:spTree>
    <p:extLst>
      <p:ext uri="{BB962C8B-B14F-4D97-AF65-F5344CB8AC3E}">
        <p14:creationId xmlns:p14="http://schemas.microsoft.com/office/powerpoint/2010/main" val="1889029223"/>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docProps/app.xml><?xml version="1.0" encoding="utf-8"?>
<Properties xmlns="http://schemas.openxmlformats.org/officeDocument/2006/extended-properties" xmlns:vt="http://schemas.openxmlformats.org/officeDocument/2006/docPropsVTypes">
  <Template/>
  <TotalTime>330</TotalTime>
  <Words>253</Words>
  <Application>Microsoft Office PowerPoint</Application>
  <PresentationFormat>Widescreen</PresentationFormat>
  <Paragraphs>26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Batang</vt:lpstr>
      <vt:lpstr>Arial</vt:lpstr>
      <vt:lpstr>Avenir Next LT Pro Light</vt:lpstr>
      <vt:lpstr>AlignmentVTI</vt:lpstr>
      <vt:lpstr>PROG POE PART 2</vt:lpstr>
      <vt:lpstr>New Classes and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Philasande Mkhize</dc:creator>
  <cp:lastModifiedBy>Philasande Mkhize</cp:lastModifiedBy>
  <cp:revision>3</cp:revision>
  <dcterms:created xsi:type="dcterms:W3CDTF">2026-04-13T12:50:35Z</dcterms:created>
  <dcterms:modified xsi:type="dcterms:W3CDTF">2026-05-29T19:33:42Z</dcterms:modified>
</cp:coreProperties>
</file>