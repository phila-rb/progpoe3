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sldIdLst>
    <p:sldId id="256" r:id="rId2"/>
    <p:sldId id="257" r:id="rId3"/>
    <p:sldId id="264" r:id="rId4"/>
    <p:sldId id="258" r:id="rId5"/>
    <p:sldId id="259" r:id="rId6"/>
    <p:sldId id="260" r:id="rId7"/>
    <p:sldId id="265" r:id="rId8"/>
    <p:sldId id="261" r:id="rId9"/>
    <p:sldId id="262" r:id="rId10"/>
    <p:sldId id="266"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fld id="{1C8322F6-1C60-46CF-968C-BC20E470F443}" type="datetimeFigureOut">
              <a:rPr lang="en-US" smtClean="0"/>
              <a:t>4/13/2026</a:t>
            </a:fld>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6473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fld id="{1C8322F6-1C60-46CF-968C-BC20E470F443}" type="datetimeFigureOut">
              <a:rPr lang="en-US" smtClean="0"/>
              <a:t>4/13/2026</a:t>
            </a:fld>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195986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fld id="{1C8322F6-1C60-46CF-968C-BC20E470F443}" type="datetimeFigureOut">
              <a:rPr lang="en-US" smtClean="0"/>
              <a:t>4/13/2026</a:t>
            </a:fld>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4191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fld id="{1C8322F6-1C60-46CF-968C-BC20E470F443}" type="datetimeFigureOut">
              <a:rPr lang="en-US" smtClean="0"/>
              <a:t>4/13/2026</a:t>
            </a:fld>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5206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fld id="{1C8322F6-1C60-46CF-968C-BC20E470F443}" type="datetimeFigureOut">
              <a:rPr lang="en-US" smtClean="0"/>
              <a:t>4/13/2026</a:t>
            </a:fld>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6768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fld id="{1C8322F6-1C60-46CF-968C-BC20E470F443}" type="datetimeFigureOut">
              <a:rPr lang="en-US" smtClean="0"/>
              <a:t>4/13/2026</a:t>
            </a:fld>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143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fld id="{1C8322F6-1C60-46CF-968C-BC20E470F443}" type="datetimeFigureOut">
              <a:rPr lang="en-US" smtClean="0"/>
              <a:t>4/13/2026</a:t>
            </a:fld>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147227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fld id="{1C8322F6-1C60-46CF-968C-BC20E470F443}" type="datetimeFigureOut">
              <a:rPr lang="en-US" smtClean="0"/>
              <a:t>4/13/2026</a:t>
            </a:fld>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0981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fld id="{1C8322F6-1C60-46CF-968C-BC20E470F443}" type="datetimeFigureOut">
              <a:rPr lang="en-US" smtClean="0"/>
              <a:t>4/13/2026</a:t>
            </a:fld>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1217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fld id="{1C8322F6-1C60-46CF-968C-BC20E470F443}" type="datetimeFigureOut">
              <a:rPr lang="en-US" smtClean="0"/>
              <a:t>4/13/2026</a:t>
            </a:fld>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72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fld id="{1C8322F6-1C60-46CF-968C-BC20E470F443}" type="datetimeFigureOut">
              <a:rPr lang="en-US" smtClean="0"/>
              <a:t>4/13/2026</a:t>
            </a:fld>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7930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fld id="{1C8322F6-1C60-46CF-968C-BC20E470F443}" type="datetimeFigureOut">
              <a:rPr lang="en-US" smtClean="0"/>
              <a:t>4/13/2026</a:t>
            </a:fld>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84526"/>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15" r:id="rId6"/>
    <p:sldLayoutId id="2147483711" r:id="rId7"/>
    <p:sldLayoutId id="2147483712" r:id="rId8"/>
    <p:sldLayoutId id="2147483713" r:id="rId9"/>
    <p:sldLayoutId id="2147483714" r:id="rId10"/>
    <p:sldLayoutId id="2147483716" r:id="rId11"/>
  </p:sldLayoutIdLst>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FD0F0B6-5415-4254-9E66-BE9C2FB0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81FE1F-6A62-3439-4B04-E96DD44C0768}"/>
              </a:ext>
            </a:extLst>
          </p:cNvPr>
          <p:cNvSpPr>
            <a:spLocks noGrp="1"/>
          </p:cNvSpPr>
          <p:nvPr>
            <p:ph type="ctrTitle"/>
          </p:nvPr>
        </p:nvSpPr>
        <p:spPr>
          <a:xfrm>
            <a:off x="521208" y="822960"/>
            <a:ext cx="3463784" cy="3454604"/>
          </a:xfrm>
        </p:spPr>
        <p:txBody>
          <a:bodyPr>
            <a:normAutofit/>
          </a:bodyPr>
          <a:lstStyle/>
          <a:p>
            <a:r>
              <a:rPr lang="en-ZA" dirty="0"/>
              <a:t>PROG POE</a:t>
            </a:r>
            <a:br>
              <a:rPr lang="en-ZA" dirty="0"/>
            </a:br>
            <a:r>
              <a:rPr lang="en-ZA" dirty="0"/>
              <a:t>PART 1</a:t>
            </a:r>
          </a:p>
        </p:txBody>
      </p:sp>
      <p:sp>
        <p:nvSpPr>
          <p:cNvPr id="3" name="Subtitle 2">
            <a:extLst>
              <a:ext uri="{FF2B5EF4-FFF2-40B4-BE49-F238E27FC236}">
                <a16:creationId xmlns:a16="http://schemas.microsoft.com/office/drawing/2014/main" id="{B03915ED-3C5E-3D57-F728-AFD525D19A51}"/>
              </a:ext>
            </a:extLst>
          </p:cNvPr>
          <p:cNvSpPr>
            <a:spLocks noGrp="1"/>
          </p:cNvSpPr>
          <p:nvPr>
            <p:ph type="subTitle" idx="1"/>
          </p:nvPr>
        </p:nvSpPr>
        <p:spPr>
          <a:xfrm>
            <a:off x="539496" y="4446150"/>
            <a:ext cx="3474600" cy="1457405"/>
          </a:xfrm>
        </p:spPr>
        <p:txBody>
          <a:bodyPr>
            <a:normAutofit/>
          </a:bodyPr>
          <a:lstStyle/>
          <a:p>
            <a:r>
              <a:rPr lang="en-ZA" dirty="0"/>
              <a:t>By: Philasande Mkhize</a:t>
            </a:r>
            <a:br>
              <a:rPr lang="en-ZA" dirty="0"/>
            </a:br>
            <a:r>
              <a:rPr lang="en-ZA" dirty="0"/>
              <a:t>	st10486606</a:t>
            </a:r>
          </a:p>
        </p:txBody>
      </p:sp>
      <p:cxnSp>
        <p:nvCxnSpPr>
          <p:cNvPr id="18" name="Straight Connector 17">
            <a:extLst>
              <a:ext uri="{FF2B5EF4-FFF2-40B4-BE49-F238E27FC236}">
                <a16:creationId xmlns:a16="http://schemas.microsoft.com/office/drawing/2014/main" id="{8D66FEA8-8B71-461B-95A4-855374AB4C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19600"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A4B168A-A51F-4C91-A9E4-A2F203CB9D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0689"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DA6024C-D89F-47D0-37E9-E66BE40FD407}"/>
              </a:ext>
            </a:extLst>
          </p:cNvPr>
          <p:cNvPicPr>
            <a:picLocks noChangeAspect="1"/>
          </p:cNvPicPr>
          <p:nvPr/>
        </p:nvPicPr>
        <p:blipFill>
          <a:blip r:embed="rId2"/>
          <a:srcRect l="3456" r="3455" b="-1"/>
          <a:stretch>
            <a:fillRect/>
          </a:stretch>
        </p:blipFill>
        <p:spPr>
          <a:xfrm>
            <a:off x="4699947" y="852351"/>
            <a:ext cx="6920549" cy="5148368"/>
          </a:xfrm>
          <a:prstGeom prst="rect">
            <a:avLst/>
          </a:prstGeom>
        </p:spPr>
      </p:pic>
      <p:cxnSp>
        <p:nvCxnSpPr>
          <p:cNvPr id="22" name="Straight Connector 21">
            <a:extLst>
              <a:ext uri="{FF2B5EF4-FFF2-40B4-BE49-F238E27FC236}">
                <a16:creationId xmlns:a16="http://schemas.microsoft.com/office/drawing/2014/main" id="{A5407E01-913B-484C-A03C-2C64028471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1500" y="6286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91387DF-3683-E55F-CC5A-E870825E8C77}"/>
              </a:ext>
            </a:extLst>
          </p:cNvPr>
          <p:cNvSpPr txBox="1"/>
          <p:nvPr/>
        </p:nvSpPr>
        <p:spPr>
          <a:xfrm>
            <a:off x="6582783" y="2736503"/>
            <a:ext cx="3548977" cy="461665"/>
          </a:xfrm>
          <a:prstGeom prst="rect">
            <a:avLst/>
          </a:prstGeom>
          <a:noFill/>
        </p:spPr>
        <p:txBody>
          <a:bodyPr wrap="square" rtlCol="0">
            <a:spAutoFit/>
          </a:bodyPr>
          <a:lstStyle/>
          <a:p>
            <a:r>
              <a:rPr lang="en-ZA" sz="2400" b="1" dirty="0"/>
              <a:t>How to make a chat Bot</a:t>
            </a:r>
          </a:p>
        </p:txBody>
      </p:sp>
    </p:spTree>
    <p:extLst>
      <p:ext uri="{BB962C8B-B14F-4D97-AF65-F5344CB8AC3E}">
        <p14:creationId xmlns:p14="http://schemas.microsoft.com/office/powerpoint/2010/main" val="3625539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B59C3-771D-86EB-C117-E8917F4EA044}"/>
              </a:ext>
            </a:extLst>
          </p:cNvPr>
          <p:cNvSpPr>
            <a:spLocks noGrp="1"/>
          </p:cNvSpPr>
          <p:nvPr>
            <p:ph type="ctrTitle"/>
          </p:nvPr>
        </p:nvSpPr>
        <p:spPr>
          <a:xfrm>
            <a:off x="571501" y="822960"/>
            <a:ext cx="6537222" cy="5015169"/>
          </a:xfrm>
        </p:spPr>
        <p:txBody>
          <a:bodyPr/>
          <a:lstStyle/>
          <a:p>
            <a:r>
              <a:rPr lang="en-ZA" dirty="0"/>
              <a:t>Classes and Methods:</a:t>
            </a:r>
            <a:br>
              <a:rPr lang="en-ZA" dirty="0"/>
            </a:br>
            <a:endParaRPr lang="en-ZA" dirty="0"/>
          </a:p>
        </p:txBody>
      </p:sp>
      <p:sp>
        <p:nvSpPr>
          <p:cNvPr id="8" name="TextBox 7">
            <a:extLst>
              <a:ext uri="{FF2B5EF4-FFF2-40B4-BE49-F238E27FC236}">
                <a16:creationId xmlns:a16="http://schemas.microsoft.com/office/drawing/2014/main" id="{0A2AE837-125C-0D14-389C-7824488A48F1}"/>
              </a:ext>
            </a:extLst>
          </p:cNvPr>
          <p:cNvSpPr txBox="1"/>
          <p:nvPr/>
        </p:nvSpPr>
        <p:spPr>
          <a:xfrm>
            <a:off x="1896705" y="2000865"/>
            <a:ext cx="3886814" cy="3139321"/>
          </a:xfrm>
          <a:prstGeom prst="rect">
            <a:avLst/>
          </a:prstGeom>
          <a:noFill/>
        </p:spPr>
        <p:txBody>
          <a:bodyPr wrap="square" rtlCol="0">
            <a:spAutoFit/>
          </a:bodyPr>
          <a:lstStyle/>
          <a:p>
            <a:pPr marL="342900" indent="-342900">
              <a:buAutoNum type="arabicPeriod"/>
            </a:pPr>
            <a:r>
              <a:rPr lang="en-ZA" dirty="0"/>
              <a:t>PROGRAM</a:t>
            </a:r>
            <a:br>
              <a:rPr lang="en-ZA" dirty="0"/>
            </a:br>
            <a:r>
              <a:rPr lang="en-ZA" dirty="0"/>
              <a:t>	METHODS:</a:t>
            </a:r>
          </a:p>
          <a:p>
            <a:pPr marL="1714500" lvl="3" indent="-342900">
              <a:buAutoNum type="arabicPeriod"/>
            </a:pPr>
            <a:r>
              <a:rPr lang="en-ZA" dirty="0"/>
              <a:t>MAIN()</a:t>
            </a:r>
          </a:p>
          <a:p>
            <a:pPr marL="1714500" lvl="3" indent="-342900">
              <a:buAutoNum type="arabicPeriod"/>
            </a:pPr>
            <a:r>
              <a:rPr lang="en-ZA" dirty="0"/>
              <a:t>ASK()</a:t>
            </a:r>
          </a:p>
          <a:p>
            <a:pPr marL="342900" indent="-342900">
              <a:buAutoNum type="arabicPeriod"/>
            </a:pPr>
            <a:r>
              <a:rPr lang="en-ZA" dirty="0"/>
              <a:t>ACSIIART</a:t>
            </a:r>
          </a:p>
          <a:p>
            <a:pPr lvl="1"/>
            <a:r>
              <a:rPr lang="en-ZA" dirty="0"/>
              <a:t>	METHODS:</a:t>
            </a:r>
          </a:p>
          <a:p>
            <a:pPr lvl="1"/>
            <a:r>
              <a:rPr lang="en-ZA" dirty="0"/>
              <a:t>	        1. IMAGEMAKER()</a:t>
            </a:r>
          </a:p>
          <a:p>
            <a:pPr lvl="1"/>
            <a:r>
              <a:rPr lang="en-ZA" dirty="0"/>
              <a:t>	        2. BORDERMAKER()	</a:t>
            </a:r>
          </a:p>
          <a:p>
            <a:pPr marL="342900" indent="-342900">
              <a:buAutoNum type="arabicPeriod"/>
            </a:pPr>
            <a:r>
              <a:rPr lang="en-ZA" dirty="0"/>
              <a:t>TEXTTOSPEECH</a:t>
            </a:r>
          </a:p>
          <a:p>
            <a:pPr lvl="2"/>
            <a:r>
              <a:rPr lang="en-ZA" dirty="0"/>
              <a:t>METHODS:</a:t>
            </a:r>
          </a:p>
          <a:p>
            <a:pPr lvl="2"/>
            <a:r>
              <a:rPr lang="en-ZA" dirty="0"/>
              <a:t>        1. Speak()</a:t>
            </a:r>
          </a:p>
        </p:txBody>
      </p:sp>
      <p:pic>
        <p:nvPicPr>
          <p:cNvPr id="9" name="Picture 8">
            <a:extLst>
              <a:ext uri="{FF2B5EF4-FFF2-40B4-BE49-F238E27FC236}">
                <a16:creationId xmlns:a16="http://schemas.microsoft.com/office/drawing/2014/main" id="{B27B3B83-0819-2030-BD22-78BD41EB1D1B}"/>
              </a:ext>
            </a:extLst>
          </p:cNvPr>
          <p:cNvPicPr>
            <a:picLocks noChangeAspect="1"/>
          </p:cNvPicPr>
          <p:nvPr/>
        </p:nvPicPr>
        <p:blipFill>
          <a:blip r:embed="rId2"/>
          <a:srcRect l="3456" r="3455" b="-1"/>
          <a:stretch>
            <a:fillRect/>
          </a:stretch>
        </p:blipFill>
        <p:spPr>
          <a:xfrm rot="16200000">
            <a:off x="7481806" y="1806536"/>
            <a:ext cx="4361902" cy="3244927"/>
          </a:xfrm>
          <a:prstGeom prst="rect">
            <a:avLst/>
          </a:prstGeom>
        </p:spPr>
      </p:pic>
    </p:spTree>
    <p:extLst>
      <p:ext uri="{BB962C8B-B14F-4D97-AF65-F5344CB8AC3E}">
        <p14:creationId xmlns:p14="http://schemas.microsoft.com/office/powerpoint/2010/main" val="2665716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150068E-E075-B91B-D15E-2101D9E73504}"/>
              </a:ext>
            </a:extLst>
          </p:cNvPr>
          <p:cNvSpPr txBox="1">
            <a:spLocks/>
          </p:cNvSpPr>
          <p:nvPr/>
        </p:nvSpPr>
        <p:spPr>
          <a:xfrm>
            <a:off x="4970974" y="3042920"/>
            <a:ext cx="2250052" cy="772160"/>
          </a:xfrm>
          <a:prstGeom prst="rect">
            <a:avLst/>
          </a:prstGeom>
        </p:spPr>
        <p:txBody>
          <a:bodyPr>
            <a:normAutofit/>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a:t>Program</a:t>
            </a:r>
          </a:p>
        </p:txBody>
      </p:sp>
    </p:spTree>
    <p:extLst>
      <p:ext uri="{BB962C8B-B14F-4D97-AF65-F5344CB8AC3E}">
        <p14:creationId xmlns:p14="http://schemas.microsoft.com/office/powerpoint/2010/main" val="91854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A4B873F-4CA1-3223-0B5A-E908CF1075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918" y="1114920"/>
            <a:ext cx="7164475" cy="5657222"/>
          </a:xfrm>
          <a:prstGeom prst="rect">
            <a:avLst/>
          </a:prstGeom>
        </p:spPr>
      </p:pic>
      <p:sp>
        <p:nvSpPr>
          <p:cNvPr id="10" name="TextBox 9">
            <a:extLst>
              <a:ext uri="{FF2B5EF4-FFF2-40B4-BE49-F238E27FC236}">
                <a16:creationId xmlns:a16="http://schemas.microsoft.com/office/drawing/2014/main" id="{B050B35C-C7CF-4832-740C-BD9D48A7B40D}"/>
              </a:ext>
            </a:extLst>
          </p:cNvPr>
          <p:cNvSpPr txBox="1"/>
          <p:nvPr/>
        </p:nvSpPr>
        <p:spPr>
          <a:xfrm>
            <a:off x="8018584" y="1016949"/>
            <a:ext cx="3781530" cy="923330"/>
          </a:xfrm>
          <a:prstGeom prst="rect">
            <a:avLst/>
          </a:prstGeom>
          <a:noFill/>
        </p:spPr>
        <p:txBody>
          <a:bodyPr wrap="square" rtlCol="0">
            <a:spAutoFit/>
          </a:bodyPr>
          <a:lstStyle/>
          <a:p>
            <a:r>
              <a:rPr lang="en-ZA" dirty="0"/>
              <a:t>Main is where the program starts.</a:t>
            </a:r>
          </a:p>
          <a:p>
            <a:r>
              <a:rPr lang="en-ZA" dirty="0"/>
              <a:t>It holds important variables like dictionary and welcome</a:t>
            </a:r>
          </a:p>
        </p:txBody>
      </p:sp>
      <p:sp>
        <p:nvSpPr>
          <p:cNvPr id="11" name="TextBox 10">
            <a:extLst>
              <a:ext uri="{FF2B5EF4-FFF2-40B4-BE49-F238E27FC236}">
                <a16:creationId xmlns:a16="http://schemas.microsoft.com/office/drawing/2014/main" id="{8A8EFBE7-09AD-A945-AE3C-27117B79415B}"/>
              </a:ext>
            </a:extLst>
          </p:cNvPr>
          <p:cNvSpPr txBox="1"/>
          <p:nvPr/>
        </p:nvSpPr>
        <p:spPr>
          <a:xfrm>
            <a:off x="8018584" y="2248146"/>
            <a:ext cx="3687348" cy="1477328"/>
          </a:xfrm>
          <a:prstGeom prst="rect">
            <a:avLst/>
          </a:prstGeom>
          <a:noFill/>
        </p:spPr>
        <p:txBody>
          <a:bodyPr wrap="square" rtlCol="0">
            <a:spAutoFit/>
          </a:bodyPr>
          <a:lstStyle/>
          <a:p>
            <a:r>
              <a:rPr lang="en-ZA" dirty="0"/>
              <a:t>The Dictionary holds key value pairs and this is where our bot responses come from. They are determined by the Key/question the user asks.</a:t>
            </a:r>
          </a:p>
        </p:txBody>
      </p:sp>
      <p:sp>
        <p:nvSpPr>
          <p:cNvPr id="12" name="TextBox 11">
            <a:extLst>
              <a:ext uri="{FF2B5EF4-FFF2-40B4-BE49-F238E27FC236}">
                <a16:creationId xmlns:a16="http://schemas.microsoft.com/office/drawing/2014/main" id="{5EF5F46F-7402-F365-693A-8D3703927A3D}"/>
              </a:ext>
            </a:extLst>
          </p:cNvPr>
          <p:cNvSpPr txBox="1"/>
          <p:nvPr/>
        </p:nvSpPr>
        <p:spPr>
          <a:xfrm>
            <a:off x="8018584" y="4161590"/>
            <a:ext cx="3687348" cy="923330"/>
          </a:xfrm>
          <a:prstGeom prst="rect">
            <a:avLst/>
          </a:prstGeom>
          <a:noFill/>
        </p:spPr>
        <p:txBody>
          <a:bodyPr wrap="square" rtlCol="0">
            <a:spAutoFit/>
          </a:bodyPr>
          <a:lstStyle/>
          <a:p>
            <a:r>
              <a:rPr lang="en-ZA" dirty="0"/>
              <a:t>The welcome variable is a sound player var and it holds the welcome audio of the app</a:t>
            </a:r>
          </a:p>
        </p:txBody>
      </p:sp>
      <p:cxnSp>
        <p:nvCxnSpPr>
          <p:cNvPr id="14" name="Straight Connector 13">
            <a:extLst>
              <a:ext uri="{FF2B5EF4-FFF2-40B4-BE49-F238E27FC236}">
                <a16:creationId xmlns:a16="http://schemas.microsoft.com/office/drawing/2014/main" id="{757CBBD5-8CC6-0084-EB42-B9A4E5ECEDBE}"/>
              </a:ext>
            </a:extLst>
          </p:cNvPr>
          <p:cNvCxnSpPr/>
          <p:nvPr/>
        </p:nvCxnSpPr>
        <p:spPr>
          <a:xfrm>
            <a:off x="7717134" y="738107"/>
            <a:ext cx="0" cy="6410849"/>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DFDC9233-CFF8-00F8-A4EE-D16F8F70A358}"/>
              </a:ext>
            </a:extLst>
          </p:cNvPr>
          <p:cNvCxnSpPr>
            <a:cxnSpLocks/>
          </p:cNvCxnSpPr>
          <p:nvPr/>
        </p:nvCxnSpPr>
        <p:spPr>
          <a:xfrm>
            <a:off x="190918" y="738107"/>
            <a:ext cx="11719601" cy="0"/>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4528A2AF-EF52-DD46-6AA9-E8EA42BF126E}"/>
              </a:ext>
            </a:extLst>
          </p:cNvPr>
          <p:cNvCxnSpPr/>
          <p:nvPr/>
        </p:nvCxnSpPr>
        <p:spPr>
          <a:xfrm>
            <a:off x="7717134" y="2112188"/>
            <a:ext cx="41734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A92A433-ACA6-DE44-BCAD-1C28B2C3CEDF}"/>
              </a:ext>
            </a:extLst>
          </p:cNvPr>
          <p:cNvCxnSpPr/>
          <p:nvPr/>
        </p:nvCxnSpPr>
        <p:spPr>
          <a:xfrm>
            <a:off x="7717134" y="3943531"/>
            <a:ext cx="41734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AB84E37-7C5A-D726-9555-08BF3EF58D15}"/>
              </a:ext>
            </a:extLst>
          </p:cNvPr>
          <p:cNvCxnSpPr/>
          <p:nvPr/>
        </p:nvCxnSpPr>
        <p:spPr>
          <a:xfrm>
            <a:off x="11910519" y="738107"/>
            <a:ext cx="0" cy="6410849"/>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93FDC22A-A9C1-E708-E19D-D4FA4C279159}"/>
              </a:ext>
            </a:extLst>
          </p:cNvPr>
          <p:cNvCxnSpPr>
            <a:cxnSpLocks/>
          </p:cNvCxnSpPr>
          <p:nvPr/>
        </p:nvCxnSpPr>
        <p:spPr>
          <a:xfrm>
            <a:off x="190918" y="7148956"/>
            <a:ext cx="11699632"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itle 1">
            <a:extLst>
              <a:ext uri="{FF2B5EF4-FFF2-40B4-BE49-F238E27FC236}">
                <a16:creationId xmlns:a16="http://schemas.microsoft.com/office/drawing/2014/main" id="{22D64270-5C35-CF1F-CEB7-BAB6D932B235}"/>
              </a:ext>
            </a:extLst>
          </p:cNvPr>
          <p:cNvSpPr txBox="1">
            <a:spLocks/>
          </p:cNvSpPr>
          <p:nvPr/>
        </p:nvSpPr>
        <p:spPr>
          <a:xfrm>
            <a:off x="5244084" y="195106"/>
            <a:ext cx="1703832" cy="528319"/>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a:t>Main()</a:t>
            </a:r>
          </a:p>
        </p:txBody>
      </p:sp>
    </p:spTree>
    <p:extLst>
      <p:ext uri="{BB962C8B-B14F-4D97-AF65-F5344CB8AC3E}">
        <p14:creationId xmlns:p14="http://schemas.microsoft.com/office/powerpoint/2010/main" val="3876317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FCCD41-751A-DA11-5F16-632E68819E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586" y="442451"/>
            <a:ext cx="4848692" cy="5973097"/>
          </a:xfrm>
          <a:prstGeom prst="rect">
            <a:avLst/>
          </a:prstGeom>
        </p:spPr>
      </p:pic>
      <p:sp>
        <p:nvSpPr>
          <p:cNvPr id="4" name="TextBox 3">
            <a:extLst>
              <a:ext uri="{FF2B5EF4-FFF2-40B4-BE49-F238E27FC236}">
                <a16:creationId xmlns:a16="http://schemas.microsoft.com/office/drawing/2014/main" id="{751A4B15-DA73-3F58-2107-1303DB2750FF}"/>
              </a:ext>
            </a:extLst>
          </p:cNvPr>
          <p:cNvSpPr txBox="1"/>
          <p:nvPr/>
        </p:nvSpPr>
        <p:spPr>
          <a:xfrm>
            <a:off x="8946382" y="4046082"/>
            <a:ext cx="3245618" cy="1200329"/>
          </a:xfrm>
          <a:prstGeom prst="rect">
            <a:avLst/>
          </a:prstGeom>
          <a:noFill/>
        </p:spPr>
        <p:txBody>
          <a:bodyPr wrap="square" rtlCol="0">
            <a:spAutoFit/>
          </a:bodyPr>
          <a:lstStyle/>
          <a:p>
            <a:r>
              <a:rPr lang="en-ZA" dirty="0"/>
              <a:t>ACSIIART.ImageMaker() – displays ascii art of any image and displays it, in this case our logo</a:t>
            </a:r>
          </a:p>
        </p:txBody>
      </p:sp>
      <p:sp>
        <p:nvSpPr>
          <p:cNvPr id="5" name="TextBox 4">
            <a:extLst>
              <a:ext uri="{FF2B5EF4-FFF2-40B4-BE49-F238E27FC236}">
                <a16:creationId xmlns:a16="http://schemas.microsoft.com/office/drawing/2014/main" id="{CDC96D6C-539A-650A-44AA-70DD916D0CCB}"/>
              </a:ext>
            </a:extLst>
          </p:cNvPr>
          <p:cNvSpPr txBox="1"/>
          <p:nvPr/>
        </p:nvSpPr>
        <p:spPr>
          <a:xfrm>
            <a:off x="8946382" y="5492218"/>
            <a:ext cx="3245618" cy="923330"/>
          </a:xfrm>
          <a:prstGeom prst="rect">
            <a:avLst/>
          </a:prstGeom>
          <a:noFill/>
        </p:spPr>
        <p:txBody>
          <a:bodyPr wrap="square" rtlCol="0">
            <a:spAutoFit/>
          </a:bodyPr>
          <a:lstStyle/>
          <a:p>
            <a:r>
              <a:rPr lang="en-ZA" dirty="0"/>
              <a:t>ACSIIART. BorderMaker() – displays a border around text giving it importance</a:t>
            </a:r>
          </a:p>
        </p:txBody>
      </p:sp>
      <p:sp>
        <p:nvSpPr>
          <p:cNvPr id="6" name="TextBox 5">
            <a:extLst>
              <a:ext uri="{FF2B5EF4-FFF2-40B4-BE49-F238E27FC236}">
                <a16:creationId xmlns:a16="http://schemas.microsoft.com/office/drawing/2014/main" id="{6DF2F785-59F1-FC27-3BED-F17198705AAD}"/>
              </a:ext>
            </a:extLst>
          </p:cNvPr>
          <p:cNvSpPr txBox="1"/>
          <p:nvPr/>
        </p:nvSpPr>
        <p:spPr>
          <a:xfrm>
            <a:off x="5914589" y="668593"/>
            <a:ext cx="2821859" cy="2031325"/>
          </a:xfrm>
          <a:prstGeom prst="rect">
            <a:avLst/>
          </a:prstGeom>
          <a:noFill/>
        </p:spPr>
        <p:txBody>
          <a:bodyPr wrap="square" rtlCol="0">
            <a:spAutoFit/>
          </a:bodyPr>
          <a:lstStyle/>
          <a:p>
            <a:r>
              <a:rPr lang="en-ZA" dirty="0"/>
              <a:t>Here the welcome audio will play and the user will be prompted to enter their name.</a:t>
            </a:r>
          </a:p>
          <a:p>
            <a:r>
              <a:rPr lang="en-ZA" dirty="0"/>
              <a:t>Then they are free to learn about internet safety</a:t>
            </a:r>
          </a:p>
        </p:txBody>
      </p:sp>
      <p:cxnSp>
        <p:nvCxnSpPr>
          <p:cNvPr id="12" name="Straight Connector 11">
            <a:extLst>
              <a:ext uri="{FF2B5EF4-FFF2-40B4-BE49-F238E27FC236}">
                <a16:creationId xmlns:a16="http://schemas.microsoft.com/office/drawing/2014/main" id="{13F803EC-F4A8-4BD2-A7DC-CBADE9C52FC4}"/>
              </a:ext>
            </a:extLst>
          </p:cNvPr>
          <p:cNvCxnSpPr>
            <a:cxnSpLocks/>
          </p:cNvCxnSpPr>
          <p:nvPr/>
        </p:nvCxnSpPr>
        <p:spPr>
          <a:xfrm flipH="1">
            <a:off x="6735097" y="560439"/>
            <a:ext cx="4296697" cy="5855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BD883F4-8592-CE8D-EB81-B3FF820BCACB}"/>
              </a:ext>
            </a:extLst>
          </p:cNvPr>
          <p:cNvCxnSpPr>
            <a:cxnSpLocks/>
          </p:cNvCxnSpPr>
          <p:nvPr/>
        </p:nvCxnSpPr>
        <p:spPr>
          <a:xfrm>
            <a:off x="5742039" y="3588774"/>
            <a:ext cx="636049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8938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343BDA-453B-BC20-24EF-E612F70E46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4774" y="1231705"/>
            <a:ext cx="6905370" cy="5451230"/>
          </a:xfrm>
          <a:prstGeom prst="rect">
            <a:avLst/>
          </a:prstGeom>
        </p:spPr>
      </p:pic>
      <p:sp>
        <p:nvSpPr>
          <p:cNvPr id="4" name="TextBox 3">
            <a:extLst>
              <a:ext uri="{FF2B5EF4-FFF2-40B4-BE49-F238E27FC236}">
                <a16:creationId xmlns:a16="http://schemas.microsoft.com/office/drawing/2014/main" id="{CA0148E5-08EB-1735-BB51-7D9E4FD2617D}"/>
              </a:ext>
            </a:extLst>
          </p:cNvPr>
          <p:cNvSpPr txBox="1"/>
          <p:nvPr/>
        </p:nvSpPr>
        <p:spPr>
          <a:xfrm>
            <a:off x="572756" y="1231705"/>
            <a:ext cx="3828421" cy="3416320"/>
          </a:xfrm>
          <a:prstGeom prst="rect">
            <a:avLst/>
          </a:prstGeom>
          <a:noFill/>
        </p:spPr>
        <p:txBody>
          <a:bodyPr wrap="square" rtlCol="0">
            <a:spAutoFit/>
          </a:bodyPr>
          <a:lstStyle/>
          <a:p>
            <a:r>
              <a:rPr lang="en-ZA" dirty="0"/>
              <a:t>This is the Ask method.</a:t>
            </a:r>
          </a:p>
          <a:p>
            <a:r>
              <a:rPr lang="en-ZA" dirty="0"/>
              <a:t>This method handles the main input and output. It takes 2 arguments, user input and dictionary list.</a:t>
            </a:r>
          </a:p>
          <a:p>
            <a:r>
              <a:rPr lang="en-ZA" dirty="0"/>
              <a:t>If the user enters a valid question, which would be a key in the dictionary then a random related answer will be returned by the bot, otherwise the they will be advised to ask more inline questions to what the bot can answer.</a:t>
            </a:r>
          </a:p>
        </p:txBody>
      </p:sp>
      <p:cxnSp>
        <p:nvCxnSpPr>
          <p:cNvPr id="6" name="Straight Connector 5">
            <a:extLst>
              <a:ext uri="{FF2B5EF4-FFF2-40B4-BE49-F238E27FC236}">
                <a16:creationId xmlns:a16="http://schemas.microsoft.com/office/drawing/2014/main" id="{547178AD-FD47-FE40-23A6-1D55492C6902}"/>
              </a:ext>
            </a:extLst>
          </p:cNvPr>
          <p:cNvCxnSpPr/>
          <p:nvPr/>
        </p:nvCxnSpPr>
        <p:spPr>
          <a:xfrm>
            <a:off x="4662435" y="880012"/>
            <a:ext cx="0" cy="6250075"/>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B60A6DD0-F4CB-0E2F-9021-4E0492D76897}"/>
              </a:ext>
            </a:extLst>
          </p:cNvPr>
          <p:cNvCxnSpPr/>
          <p:nvPr/>
        </p:nvCxnSpPr>
        <p:spPr>
          <a:xfrm>
            <a:off x="353961" y="880012"/>
            <a:ext cx="11576183"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1C4EF2BE-2EAC-60BA-1A30-B8DE4BFD621A}"/>
              </a:ext>
            </a:extLst>
          </p:cNvPr>
          <p:cNvSpPr txBox="1">
            <a:spLocks/>
          </p:cNvSpPr>
          <p:nvPr/>
        </p:nvSpPr>
        <p:spPr>
          <a:xfrm>
            <a:off x="5024774" y="132681"/>
            <a:ext cx="1490472" cy="653487"/>
          </a:xfrm>
          <a:prstGeom prst="rect">
            <a:avLst/>
          </a:prstGeom>
        </p:spPr>
        <p:txBody>
          <a:bodyPr>
            <a:normAutofit/>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a:t>Ask()</a:t>
            </a:r>
          </a:p>
        </p:txBody>
      </p:sp>
    </p:spTree>
    <p:extLst>
      <p:ext uri="{BB962C8B-B14F-4D97-AF65-F5344CB8AC3E}">
        <p14:creationId xmlns:p14="http://schemas.microsoft.com/office/powerpoint/2010/main" val="888600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D817FB0-2B32-EF8A-B066-771B1BE68106}"/>
              </a:ext>
            </a:extLst>
          </p:cNvPr>
          <p:cNvSpPr txBox="1">
            <a:spLocks/>
          </p:cNvSpPr>
          <p:nvPr/>
        </p:nvSpPr>
        <p:spPr>
          <a:xfrm>
            <a:off x="4970974" y="3042920"/>
            <a:ext cx="2791266" cy="772160"/>
          </a:xfrm>
          <a:prstGeom prst="rect">
            <a:avLst/>
          </a:prstGeom>
        </p:spPr>
        <p:txBody>
          <a:bodyPr>
            <a:normAutofit/>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a:t>ACSIIART</a:t>
            </a:r>
          </a:p>
        </p:txBody>
      </p:sp>
    </p:spTree>
    <p:extLst>
      <p:ext uri="{BB962C8B-B14F-4D97-AF65-F5344CB8AC3E}">
        <p14:creationId xmlns:p14="http://schemas.microsoft.com/office/powerpoint/2010/main" val="2661215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AF65CC-B05F-0E8C-44BE-C7D1BC8C4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1724" y="991549"/>
            <a:ext cx="7306007" cy="5748661"/>
          </a:xfrm>
          <a:prstGeom prst="rect">
            <a:avLst/>
          </a:prstGeom>
        </p:spPr>
      </p:pic>
      <p:sp>
        <p:nvSpPr>
          <p:cNvPr id="6" name="TextBox 5">
            <a:extLst>
              <a:ext uri="{FF2B5EF4-FFF2-40B4-BE49-F238E27FC236}">
                <a16:creationId xmlns:a16="http://schemas.microsoft.com/office/drawing/2014/main" id="{666C8495-EC23-B760-EE5E-7D8632D17E9B}"/>
              </a:ext>
            </a:extLst>
          </p:cNvPr>
          <p:cNvSpPr txBox="1"/>
          <p:nvPr/>
        </p:nvSpPr>
        <p:spPr>
          <a:xfrm>
            <a:off x="819945" y="1042351"/>
            <a:ext cx="3466681" cy="2862322"/>
          </a:xfrm>
          <a:prstGeom prst="rect">
            <a:avLst/>
          </a:prstGeom>
          <a:noFill/>
        </p:spPr>
        <p:txBody>
          <a:bodyPr wrap="square" rtlCol="0">
            <a:spAutoFit/>
          </a:bodyPr>
          <a:lstStyle/>
          <a:p>
            <a:r>
              <a:rPr lang="en-ZA" dirty="0"/>
              <a:t>The ImageMaker() method creates the ascii images by collecting pixel data of an image using the Bitmap() class, creating a new image size to fit our window preference then iterating over the image size and creating the image with ascii characters bases on light values. </a:t>
            </a:r>
          </a:p>
        </p:txBody>
      </p:sp>
      <p:cxnSp>
        <p:nvCxnSpPr>
          <p:cNvPr id="8" name="Straight Connector 7">
            <a:extLst>
              <a:ext uri="{FF2B5EF4-FFF2-40B4-BE49-F238E27FC236}">
                <a16:creationId xmlns:a16="http://schemas.microsoft.com/office/drawing/2014/main" id="{93FFC875-717B-ECEE-DE27-A10FF3ABDEB5}"/>
              </a:ext>
            </a:extLst>
          </p:cNvPr>
          <p:cNvCxnSpPr>
            <a:cxnSpLocks/>
          </p:cNvCxnSpPr>
          <p:nvPr/>
        </p:nvCxnSpPr>
        <p:spPr>
          <a:xfrm>
            <a:off x="4286626" y="762000"/>
            <a:ext cx="0" cy="6258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000DB6-E842-F8DA-C195-4589BFF9128C}"/>
              </a:ext>
            </a:extLst>
          </p:cNvPr>
          <p:cNvCxnSpPr/>
          <p:nvPr/>
        </p:nvCxnSpPr>
        <p:spPr>
          <a:xfrm>
            <a:off x="223520" y="762000"/>
            <a:ext cx="1187704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05A7BBFF-8110-7254-4504-6F95058363E2}"/>
              </a:ext>
            </a:extLst>
          </p:cNvPr>
          <p:cNvSpPr txBox="1">
            <a:spLocks/>
          </p:cNvSpPr>
          <p:nvPr/>
        </p:nvSpPr>
        <p:spPr>
          <a:xfrm>
            <a:off x="4691723" y="117790"/>
            <a:ext cx="3334676" cy="772160"/>
          </a:xfrm>
          <a:prstGeom prst="rect">
            <a:avLst/>
          </a:prstGeom>
        </p:spPr>
        <p:txBody>
          <a:bodyPr>
            <a:normAutofit fontScale="92500"/>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a:t>ImageMaker()</a:t>
            </a:r>
          </a:p>
        </p:txBody>
      </p:sp>
    </p:spTree>
    <p:extLst>
      <p:ext uri="{BB962C8B-B14F-4D97-AF65-F5344CB8AC3E}">
        <p14:creationId xmlns:p14="http://schemas.microsoft.com/office/powerpoint/2010/main" val="2804003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2D07403-8796-A885-C390-D6F5B1990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273" y="1232385"/>
            <a:ext cx="7363853" cy="4982510"/>
          </a:xfrm>
          <a:prstGeom prst="rect">
            <a:avLst/>
          </a:prstGeom>
        </p:spPr>
      </p:pic>
      <p:sp>
        <p:nvSpPr>
          <p:cNvPr id="7" name="TextBox 6">
            <a:extLst>
              <a:ext uri="{FF2B5EF4-FFF2-40B4-BE49-F238E27FC236}">
                <a16:creationId xmlns:a16="http://schemas.microsoft.com/office/drawing/2014/main" id="{76003294-0E65-D9B2-13A9-90030F513511}"/>
              </a:ext>
            </a:extLst>
          </p:cNvPr>
          <p:cNvSpPr txBox="1"/>
          <p:nvPr/>
        </p:nvSpPr>
        <p:spPr>
          <a:xfrm>
            <a:off x="8463281" y="1232385"/>
            <a:ext cx="3241040" cy="3693319"/>
          </a:xfrm>
          <a:prstGeom prst="rect">
            <a:avLst/>
          </a:prstGeom>
          <a:noFill/>
        </p:spPr>
        <p:txBody>
          <a:bodyPr wrap="square" rtlCol="0">
            <a:spAutoFit/>
          </a:bodyPr>
          <a:lstStyle/>
          <a:p>
            <a:r>
              <a:rPr lang="en-ZA" dirty="0"/>
              <a:t>The BorderMaker() method creates a border around text by creating a top/bottom border line based of the text size and side border size of our choosing. We achieve the border effect by printing the top border, iterating over the border height and printing the border sides then when half way we print the text and  finally at the end print the bottom of the border</a:t>
            </a:r>
          </a:p>
        </p:txBody>
      </p:sp>
      <p:cxnSp>
        <p:nvCxnSpPr>
          <p:cNvPr id="9" name="Straight Connector 8">
            <a:extLst>
              <a:ext uri="{FF2B5EF4-FFF2-40B4-BE49-F238E27FC236}">
                <a16:creationId xmlns:a16="http://schemas.microsoft.com/office/drawing/2014/main" id="{88AC001D-232F-2C16-34A4-B85704694A85}"/>
              </a:ext>
            </a:extLst>
          </p:cNvPr>
          <p:cNvCxnSpPr/>
          <p:nvPr/>
        </p:nvCxnSpPr>
        <p:spPr>
          <a:xfrm>
            <a:off x="7995920" y="833120"/>
            <a:ext cx="0" cy="5862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924E7DC-5591-7009-D0EF-00BB453E903F}"/>
              </a:ext>
            </a:extLst>
          </p:cNvPr>
          <p:cNvCxnSpPr/>
          <p:nvPr/>
        </p:nvCxnSpPr>
        <p:spPr>
          <a:xfrm>
            <a:off x="223520" y="833120"/>
            <a:ext cx="11775440"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B0B1F3D1-4BD9-BCF8-9D5D-35015622D599}"/>
              </a:ext>
            </a:extLst>
          </p:cNvPr>
          <p:cNvSpPr txBox="1">
            <a:spLocks/>
          </p:cNvSpPr>
          <p:nvPr/>
        </p:nvSpPr>
        <p:spPr>
          <a:xfrm>
            <a:off x="4700366" y="147320"/>
            <a:ext cx="3173633" cy="772160"/>
          </a:xfrm>
          <a:prstGeom prst="rect">
            <a:avLst/>
          </a:prstGeom>
        </p:spPr>
        <p:txBody>
          <a:bodyPr>
            <a:normAutofit fontScale="85000" lnSpcReduction="10000"/>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a:t>BorderMaker()</a:t>
            </a:r>
          </a:p>
        </p:txBody>
      </p:sp>
    </p:spTree>
    <p:extLst>
      <p:ext uri="{BB962C8B-B14F-4D97-AF65-F5344CB8AC3E}">
        <p14:creationId xmlns:p14="http://schemas.microsoft.com/office/powerpoint/2010/main" val="1708511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93C23-0044-8D36-58A5-8DF03A10DFCA}"/>
              </a:ext>
            </a:extLst>
          </p:cNvPr>
          <p:cNvSpPr txBox="1">
            <a:spLocks/>
          </p:cNvSpPr>
          <p:nvPr/>
        </p:nvSpPr>
        <p:spPr>
          <a:xfrm>
            <a:off x="4232323" y="3124200"/>
            <a:ext cx="3727353" cy="772160"/>
          </a:xfrm>
          <a:prstGeom prst="rect">
            <a:avLst/>
          </a:prstGeom>
        </p:spPr>
        <p:txBody>
          <a:bodyPr>
            <a:normAutofit/>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a:t>TextToSpeech</a:t>
            </a:r>
          </a:p>
        </p:txBody>
      </p:sp>
    </p:spTree>
    <p:extLst>
      <p:ext uri="{BB962C8B-B14F-4D97-AF65-F5344CB8AC3E}">
        <p14:creationId xmlns:p14="http://schemas.microsoft.com/office/powerpoint/2010/main" val="1872254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F251E7-0E07-C141-B49D-AB787AFA4A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3669" y="1031240"/>
            <a:ext cx="8184662" cy="2997200"/>
          </a:xfrm>
          <a:prstGeom prst="rect">
            <a:avLst/>
          </a:prstGeom>
        </p:spPr>
      </p:pic>
      <p:sp>
        <p:nvSpPr>
          <p:cNvPr id="4" name="TextBox 3">
            <a:extLst>
              <a:ext uri="{FF2B5EF4-FFF2-40B4-BE49-F238E27FC236}">
                <a16:creationId xmlns:a16="http://schemas.microsoft.com/office/drawing/2014/main" id="{540A269E-533E-3F9B-BAEC-F1F20506BF54}"/>
              </a:ext>
            </a:extLst>
          </p:cNvPr>
          <p:cNvSpPr txBox="1"/>
          <p:nvPr/>
        </p:nvSpPr>
        <p:spPr>
          <a:xfrm>
            <a:off x="2565129" y="4490720"/>
            <a:ext cx="6985271" cy="1200329"/>
          </a:xfrm>
          <a:prstGeom prst="rect">
            <a:avLst/>
          </a:prstGeom>
          <a:noFill/>
        </p:spPr>
        <p:txBody>
          <a:bodyPr wrap="square" rtlCol="0">
            <a:spAutoFit/>
          </a:bodyPr>
          <a:lstStyle/>
          <a:p>
            <a:pPr algn="ctr"/>
            <a:r>
              <a:rPr lang="en-ZA" dirty="0"/>
              <a:t>To get a robotic voice reader we use the SpeechSynthesizer() class.</a:t>
            </a:r>
          </a:p>
          <a:p>
            <a:pPr algn="ctr"/>
            <a:r>
              <a:rPr lang="en-ZA" dirty="0"/>
              <a:t>We just instantiate an object of it and use the speak method while passing in the text we want spoken.</a:t>
            </a:r>
          </a:p>
        </p:txBody>
      </p:sp>
      <p:cxnSp>
        <p:nvCxnSpPr>
          <p:cNvPr id="6" name="Straight Connector 5">
            <a:extLst>
              <a:ext uri="{FF2B5EF4-FFF2-40B4-BE49-F238E27FC236}">
                <a16:creationId xmlns:a16="http://schemas.microsoft.com/office/drawing/2014/main" id="{6FD8B4A4-9D80-44DB-C215-2DEFF4B6822C}"/>
              </a:ext>
            </a:extLst>
          </p:cNvPr>
          <p:cNvCxnSpPr/>
          <p:nvPr/>
        </p:nvCxnSpPr>
        <p:spPr>
          <a:xfrm>
            <a:off x="294640" y="4389120"/>
            <a:ext cx="116230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2A63C07-6043-3992-EDE2-927282473F7F}"/>
              </a:ext>
            </a:extLst>
          </p:cNvPr>
          <p:cNvCxnSpPr/>
          <p:nvPr/>
        </p:nvCxnSpPr>
        <p:spPr>
          <a:xfrm>
            <a:off x="396240" y="716281"/>
            <a:ext cx="1131824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9FBC10F4-8139-287C-65ED-E86C278D9133}"/>
              </a:ext>
            </a:extLst>
          </p:cNvPr>
          <p:cNvSpPr txBox="1">
            <a:spLocks/>
          </p:cNvSpPr>
          <p:nvPr/>
        </p:nvSpPr>
        <p:spPr>
          <a:xfrm>
            <a:off x="5121323" y="78740"/>
            <a:ext cx="1969673" cy="772160"/>
          </a:xfrm>
          <a:prstGeom prst="rect">
            <a:avLst/>
          </a:prstGeom>
        </p:spPr>
        <p:txBody>
          <a:bodyPr>
            <a:normAutofit/>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a:t>Speak()</a:t>
            </a:r>
          </a:p>
        </p:txBody>
      </p:sp>
    </p:spTree>
    <p:extLst>
      <p:ext uri="{BB962C8B-B14F-4D97-AF65-F5344CB8AC3E}">
        <p14:creationId xmlns:p14="http://schemas.microsoft.com/office/powerpoint/2010/main" val="3211371585"/>
      </p:ext>
    </p:extLst>
  </p:cSld>
  <p:clrMapOvr>
    <a:masterClrMapping/>
  </p:clrMapOvr>
</p:sld>
</file>

<file path=ppt/theme/theme1.xml><?xml version="1.0" encoding="utf-8"?>
<a:theme xmlns:a="http://schemas.openxmlformats.org/drawingml/2006/main" name="AlignmentVTI">
  <a:themeElements>
    <a:clrScheme name="Alignment">
      <a:dk1>
        <a:sysClr val="windowText" lastClr="000000"/>
      </a:dk1>
      <a:lt1>
        <a:sysClr val="window" lastClr="FFFFFF"/>
      </a:lt1>
      <a:dk2>
        <a:srgbClr val="3B3D38"/>
      </a:dk2>
      <a:lt2>
        <a:srgbClr val="F7F2EE"/>
      </a:lt2>
      <a:accent1>
        <a:srgbClr val="928A63"/>
      </a:accent1>
      <a:accent2>
        <a:srgbClr val="B57B6B"/>
      </a:accent2>
      <a:accent3>
        <a:srgbClr val="9E8484"/>
      </a:accent3>
      <a:accent4>
        <a:srgbClr val="7C8A75"/>
      </a:accent4>
      <a:accent5>
        <a:srgbClr val="8C8578"/>
      </a:accent5>
      <a:accent6>
        <a:srgbClr val="A18563"/>
      </a:accent6>
      <a:hlink>
        <a:srgbClr val="B57B6B"/>
      </a:hlink>
      <a:folHlink>
        <a:srgbClr val="7C8A75"/>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docProps/app.xml><?xml version="1.0" encoding="utf-8"?>
<Properties xmlns="http://schemas.openxmlformats.org/officeDocument/2006/extended-properties" xmlns:vt="http://schemas.openxmlformats.org/officeDocument/2006/docPropsVTypes">
  <Template/>
  <TotalTime>201</TotalTime>
  <Words>414</Words>
  <Application>Microsoft Office PowerPoint</Application>
  <PresentationFormat>Widescreen</PresentationFormat>
  <Paragraphs>37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Batang</vt:lpstr>
      <vt:lpstr>Arial</vt:lpstr>
      <vt:lpstr>Avenir Next LT Pro Light</vt:lpstr>
      <vt:lpstr>AlignmentVTI</vt:lpstr>
      <vt:lpstr>PROG POE PART 1</vt:lpstr>
      <vt:lpstr>Classes and Methods: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Philasande Mkhize</dc:creator>
  <cp:lastModifiedBy>Philasande Mkhize</cp:lastModifiedBy>
  <cp:revision>2</cp:revision>
  <dcterms:created xsi:type="dcterms:W3CDTF">2026-04-13T12:50:35Z</dcterms:created>
  <dcterms:modified xsi:type="dcterms:W3CDTF">2026-04-13T16:15:20Z</dcterms:modified>
</cp:coreProperties>
</file>